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1463040"/>
            <a:ext cx="34134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0" b="1" i="0">
                <a:solidFill>
                  <a:srgbClr val="F28C1D"/>
                </a:solidFill>
                <a:latin typeface="Calibri"/>
              </a:rPr>
              <a:t>L09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3566160"/>
            <a:ext cx="34134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28C1D"/>
                </a:solidFill>
                <a:latin typeface="Calibri"/>
              </a:rPr>
              <a:t>IELTS Speaking 口语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7680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发音与语调
清晰度突破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FDCF2"/>
                </a:solidFill>
                <a:latin typeface="Calibri"/>
              </a:rPr>
              <a:t>Pronunciation &amp; Intonation: Clarity Mastery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669280"/>
            <a:ext cx="3840480" cy="54864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424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第 9 节课 · 课时 90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本课流程  Lesson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PR评分标准：发音如何影响分数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67128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深圳学生发音痛点：th/v/w/r和声调干扰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08376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语调系统：让答案听起来自然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25880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发音清晰度训练方法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167128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发音词汇表 + 练习目标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008376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综合策略：考场发音管理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PR评分标准：发音如何影响分数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Pronunciation: What the Examiner Really Hears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PR评分标准解读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Pronunciation Scoring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Band 6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大多数时候可以理解，某些特征会让理解变难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Band 7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很容易理解，能使用一系列发音特征，偶尔不准确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Band 8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很容易理解，能灵活运用发音特征，极少错误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核心误解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PR不是考"英式/美式口音"——考的是"清晰度"和"特征运用"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深圳学生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最大问题：Chinglish声调干扰——把普通话的声调带入英语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PR评分的4个维度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PR Scoring Dimensions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发音准确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单词读音正确——特别是难词的重音位置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重音节奏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英语是stress-timed语言，重音词拉长、弱读词缩短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语调变化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陈述降调/疑问升调/强调先升后降——单调=扣分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连读自然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in-a-city / what-is → 连读让语音更地道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中文干扰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避免把普通话/粤语声调带入英语——单音调是最大问题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 vs 其他维度的关系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PR是"门槛分"：发音太差，考官听不清，其他分都影响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好消息：中式口音没关系——清晰就够——IELTS不考"标准口音"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目标：让考官100%听清你说的每个词——这就是PR 7分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PR 7分不需要完美口音：需要的是重音正确+语调有变化+连读自然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深圳学生PR常见失分点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失分1：单音调说话——每个词都同样语调，像机器人，PR最低分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失分2：句末上扬——普通话习惯，每句话结尾都上扬，不自然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失分3：th/v/w发音错——这些音普通话没有，深圳学生普遍弱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失分4：重音位置错——如 "deTECT" 说成 "DEtect"——词义不影响但扣PR分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PR评分示范：同一内容不同发音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"I think education is very important for young people in China."
三种发音方式对比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Band 5发音：每个词等音量，无重音变化，每句末尾上扬，th发成/s/或/d/，like monotone robot
Band 7发音：重要词（think/education/important/young/China）重读，th正确发音，句末降调，有自然停顿
提升要点：重音位置 + 句末降调 + th正确发音 = PR从5到7的关键三步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练习方法：用手机录音，把同一句话说三次——一次单调，一次加重音，一次加语调
听回放：哪个版本更自然？哪个版本更清晰？答案就是你的训练方向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PR快速诊断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30秒自我诊断：你的PR在哪个Band？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录音说："I think the most important thing about education in China is the balance between academic achievement and personal development."
然后回放并检查：
□ th发音：像/t/还是正确的/θ/？
□ 句末语调：上扬还是下降？
□ 有没有重读important/balance/achievement？
□ 整体听起来像机器人还是自然人？
0-1项达标=Band 5 / 2项=Band 6 / 3项=Band 7 / 4项=Band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PR自测不需要老师——录音+回放+4项检查——每周做一次，追踪进步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深圳学生发音痛点突破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Common Pronunciation Challenges for Shenzhen Students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困难音1：th音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The /θ/ and /ð/ Sounds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/θ/（清辅音）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thin/think/three/through/teeth——舌尖轻触上门牙背面，送气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/ð/（浊辅音）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the/this/that/though/breathe——同上但有声带振动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常见错误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think→/sɪŋk/ 或 /tɪŋk/——替换成s或t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练习方法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对着镜子练：看到舌尖露出来才对，录音对比/s/和/θ/的差异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深圳特别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粤语有/θ/的接近音，比普通话区学生更容易掌握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困难音2：v/w混淆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The /v/ vs /w/ Distinction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/v/（唇齿音）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very/value/video/voice——上门牙轻触下唇，有振动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/w/（唇音）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water/world/work/wide——双唇收圆，不碰牙齿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常见错误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very→/weri/ 或 voice→/bɔɪs/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记忆方法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/v/：牙齿碰嘴唇 / /w/：嘴唇收圆不碰牙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高频词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very/value/involve/video 都是/v/——不能说成/w/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困难音3：r音和暗r音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/r/：英语/r/不卷舌（不像普通话），舌头不碰任何地方，圆唇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暗r（/ər/）：teacher/better/water——结尾的er都是/ər/，不发/ar/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常见错误：rice→/laɪs/（r→l）/ better→/betah/（吞掉r）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练习：red/right/real/river——每天说20遍，确认舌头没有接触上颚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声调干扰问题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普通话有4个声调，英语没有声调——普通话学生容易把声调带入英语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英语用重音+语调传递意思，不用声调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练习：把英语当"平调"来说（无声调），然后加重音，最后加语调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关键：没有声调干扰 + 有重音变化 = 自然英语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困难音综合练习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发音练习：包含th/v/w/r的高频IELTS句子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练习句子：
1. I think the value of working with others is very significant.
（th×2 / v×1 / w×2 / r×1）
2. Travelling through various countries broadens one's worldview remarkably.
（th / v / w / r×3）
3. Whether or not technology threatens traditional values is worth thinking through.
（th×3 / w×2 / v×2 / r×3）
练习方法：慢速→正常速→快速，每句录音，重点听困难音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每天练习5分钟：专门练这10个高频困难音词汇
重要：对着镜子练——看到口型才能自我纠正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声调干扰纠正练习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用以下方法消除普通话声调干扰
普通话习惯→英语正确习惯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练习方法：
1. 把"平调"英语录音（去掉所有声调影响）
2. 然后只加重音（important/education/technology）
3. 最后加语调（句末降调，强调处先升后降）
4. 三步合一就是自然英语
每天练习：选2-3句IELTS答案，按三步法练习，录音对比前后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诊断：如果你说英语时有人说"听起来很有中国口音"——多半是声调干扰
解决：先平调去声调，再加重音，比直接模仿更有效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语调系统：让答案听起来自然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Intonation System: Sounding Natural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英语语调基本规律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English Intonation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陈述句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句末降调（↘）——I live in Shenzhen ↘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一般疑问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句末升调（↗）——Do you like music? ↗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特殊疑问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通常降调（↘）——Where do you live? ↘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列举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前几项升调，最后一项降调——I enjoy reading ↗, writing ↗, and speaking ↘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深圳问题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中文受句末助词"嘛/啊"影响，每句话都上扬——最常见语调错误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强调语调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Emphatic Intonation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信息焦点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新信息/重要信息重读：I went to BEIJING（不是上海）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对比强调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A not B：Not the speed, but the QUALITY matters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惊讶感叹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词语拉长+先升后降：That's RE-ally INTEResting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真诚表达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重要词稍拉长：That was genuiNELY impressive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深圳建议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先不管口音，先掌握两件事：句末降调 + 重要词重读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语调对分数的影响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单调=PR分低：每个词、每句话同样语调，听起来像机器人或背诵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语调丰富=PR分高：起伏自然，强调词突出，让考官轻松理解意思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实验：同一句话，单调说一次，加语调说一次——听回放哪个更自然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目标：不需要完美的英式/美式语调，需要的是有变化、不单调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语调与内容结合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重要论点重读：I'd argue that the MOST crucial factor is...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让步部分语调稍低：That said...（语调稍降，表示转折）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列举时节奏：First...↗ Second...↗ And finally...↘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结论时降调：This is why education is SO important. ↘（有力结束）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语调训练示范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"What do you think about the importance of learning English in China?"
语调标注版答案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语调版本（符号：↗上升 ↘下降 [重]重读）：
"[重]Enormously ↗ important, I'd say ↘ — particularly for [重]Shenzhen students. ↘ [重]English proficiency ↗ has become essentially [重]non-negotiable ↗ for anyone aspiring to [重]international careers. ↘ That said ↘, I do think the way we [重]teach English ↗ is sometimes less effective ↘ than it could be. ↘ [重]Rote memorisation ↗ of grammar rules ↗ has limited value ↘ compared to [重]actual communicative practice ↘."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练习方法：先读标注版（慢速，注意↗↘符号），再读自然版，录音比较
关键训练：句末降调——每次说完一句话，确认语调下降而非上扬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语调综合练习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"Tell me about a time when you had to learn something new quickly."
30秒语调练习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重点练习：(1) 每句话结尾降调 (2) 重要信息词重读 (3) 列举时升升降
参考答案（注意感受语调）：
"I remember when I started my current job — I had just a week to learn an entirely new system. [What strikes me most]重 about that experience is how [quickly]重 one can adapt when there's genuine necessity. I used every spare moment — commuting↗, lunch breaks↗, and evenings↘ — to [master]重 the essentials."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练习目标：录音30秒，回放时检查：句末是否降调？重要词是否突出？
每天5分钟语调练习——2周后发音自然度显著提升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发音清晰度训练方法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Pronunciation Clarity: Training Methods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核心训练方法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Key Training Techniques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Shadowing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跟读英语母语者录音——模仿语速/重音/语调——每天10分钟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录音回放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每次说完一段话立刻回放——听自己的发音，标注问题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慢速练习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先慢速说清楚，再加速——不要为了流利而牺牲清晰度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最小对立对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对比相似音：ship/chip, vine/wine, three/tree——训练辨音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镜前练习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对着镜子练困难音——th/v/w——看口型保证发音到位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Shadowing练习方法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How to Shadow Effectively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材料选择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BBC News/TED Talks/IELTS考官视频——说话清晰，语速适中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第一遍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只听，感受语速和语调——不要说话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第二遍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同步跟读——保持与材料同步，不管是否发音完美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第三遍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模仿重音和语调——不关注词义，关注音调起伏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录音对比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录下自己的跟读，对比原声——找出差异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30天发音提升计划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Week 1：th/v/w专项——每天5分钟困难音练习+10分钟Shadowing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Week 2：重音+语调——每天标注一段答案的重音，大声说出来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Week 3：连读+语流——专项练习常见连读：going to→gonna / want to→wanna（口语可接受）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Week 4：综合输出——Part 1/2/3全方位录音，重点检查PR 4项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发音训练材料推荐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BBC Learning English（在线免费）：专门针对英语学习者的发音课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IELTS官方考官视频：了解什么是考官认为"清晰"的发音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TED Talks（1-3分钟片段）：适合Shadowing，语速适中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Rachel's English（YouTube）：美式发音详细解析，有口型示范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连读训练示范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英语常见连读规律
录音练习：先慢速，再正常速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连读规律：
1. 辅音+元音连读：in-a-city→inacity / an-old-man→anoldman
2. 相同辅音简化：book-case→boo[k]case / good-day→goo[d]day
3. 常见缩略：going to→gonna（口语） / want to→wanna（口语） / kind of→kinda
练习句：
"I'm going to talk about an experience I had at a book fair in the city."
（going to / at a / book fair / in the）全部连读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注意：连读是自然结果，不是刻意为之——先把单词发音学对，连读会自然发生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发音练习综合方案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每日15分钟发音训练计划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每天发音训练：
5分钟：困难音练习（th/v/w/r）——10个例句，慢速→正常速
5分钟：Shadowing——选BBC或TED 1段，跟读3遍
5分钟：录音自检——说一个Part 1答案，回放检查4项PR指标
周末：说一个完整Part 2答案，重点关注语调——录音存档，每周对比进步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坚持原则：每天15分钟 &gt; 每周一次2小时——发音靠频率积累，不靠临时突击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发音练习词汇表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Pronunciation Practice Reference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困难音高频IELTS词汇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th音（/θ/）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think/through/theory/worth/growth/teeth/enthusiasm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th音（/ð/）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the/this/that/though/breathe/with/further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v音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value/involve/achieve/creative/environment/behaviour/positive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w音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world/work/worth/worldwide/worthwhile/wealth/welfare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r音（初始）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result/research/review/remarkable/relationship/respond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暗r（/ər/）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further/rather/whether/consider/particularly/whatever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常考难词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particularly（重音：par-TIC-u-lar-ly）/ environment（en-VI-ron-ment）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重音规则常见词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名词vs动词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reCORD（动词） / REcord（名词） / perMIT（动词） / PERmit（名词）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形容词重音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imPORtant / esSENtial / beNEficial / sigNIFicant / reMARkable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副词重音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parTICularly / esseNTIally / subSTANtially / genUINEly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长词规律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通常倒数第2-3个音节重读：edu-CA-tion / com-mu-ni-CA-tion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前缀单词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un-deniably（undeniABly）/ dis-covery（disCOVery）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深圳建议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每次遇到新词，先查重音位置再背——错误重音比错误发音影响更大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重音工具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Cambridge Dictionary在线：每个词有IPA音标和重音标注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发音快速提升技巧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录音第一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每次说话都录音回放——你听到的自己和别人听到的你完全不同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句末降调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最简单的PR提升：每句话结束时语调下降——马上从Band 6到7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6512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6512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困难音优先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th/v/w/r——花80%时间练这4个音——收益最高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86512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86512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重音准确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不确定重音的词先查字典——错误重音影响考官理解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9580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9580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5872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Shadowing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99872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每天10分钟跟读BBC——2周后语调自然度显著提升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自检清单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L09课后自检清单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☐ 发音诊断：录音说30秒，检查th/v/w/r发音和句末语调，找出Top 2问题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困难音专项：每天5分钟练困难音，用镜子检查口型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Shadowing练习：每天10分钟跟读BBC Learning English，录音对比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L09 课堂小结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28C1D"/>
                </a:solidFill>
                <a:latin typeface="Calibri"/>
              </a:rPr>
              <a:t>📌 本课核心要点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>
                <a:solidFill>
                  <a:srgbClr val="FFFFFF"/>
                </a:solidFill>
              </a:rPr>
              <a:t>✓  PR评分核心：清晰度优先——让考官100%听清，不是追求完美口音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深圳学生痛点：th/v/w/r发音 + 声调干扰 + 句末上扬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语调三要素：句末降调 + 重要词重读 + 列举升升降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训练方法：Shadowing每天10分钟 + 录音回放自检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30天计划：Week 1困难音 / Week 2重音 / Week 3连读 / Week 4综合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练习巩固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L09 课后作业  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8C1D"/>
                </a:solidFill>
                <a:latin typeface="Calibri"/>
              </a:rPr>
              <a:t>⏱ 建议用时：约60分钟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1E293B"/>
                </a:solidFill>
              </a:rPr>
              <a:t>作业 1　发音诊断：录音1分钟，检查PR 4项，找出个人Top 2问题，制定针对性计划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2　Shadowing：每天跟读BBC Learning English 10分钟，存档录音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3　困难音练习：每天5分钟th/v/w/r专项，对着镜子练口型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28C1D"/>
                </a:solidFill>
                <a:latin typeface="Calibri"/>
              </a:rPr>
              <a:t>下节预告 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L10 · 全真模考：考场实战与临场策略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FDCF2"/>
                </a:solidFill>
              </a:rPr>
              <a:t>→ 考场流程模拟：从进门到结束的每个环节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临场紧张处理：系统性的考场焦虑管理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最后冲刺：考前一周到考前一天的备考安排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发音综合强化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Pronunciation: Advanced Practice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超音段音位：重音与语调综合训练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Suprasegmentals: Stress &amp; Intonation Integration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英语重音系统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English Word &amp; Sentence 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词重音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每个多音节词有固定重音——查字典确认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句子重音（内容词）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动词/名词/形容词/副词通常重读：I WANT to STUDY ENGLISH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句子轻读（功能词）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助动词/介词/连词通常轻读：I do, I am, I was, in, the, a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对比重音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强调时把重音移到对比词：I went to BEIJING（not Shanghai）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重读规律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新信息重读，已知信息不重读——这让英语听起来自然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英语语调系统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English Intonation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降调语境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陈述句末尾/wh-问句/结论/命令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升调语境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一般疑问句/列举（非最后项）/表示不确定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升降调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强调/感叹：That's RE-ally IN-teresting↘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对比语调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但是前降调、转折后升调：X is good↘, BUT Y is better↗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深圳学生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最常见问题：每句话结尾都上扬↗——需要刻意练习降调↘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重音训练：最小对立对练习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Desert（名词：DEsert = 沙漠）vs desert（动词：desSERT = 抛弃）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Record（名词：REcord = 记录）vs record（动词：reCORD = 录音）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Present（名词：PREsent = 礼物）vs present（动词：preSENT = 呈现）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Permit（名词：PERmit = 许可证）vs permit（动词：perMIT = 允许）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练习方法：用手机录音，对比两种重音，感受意思的区分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语调与情感的关系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下降音调：自信、确定、完成——适合Part 3观点表达和Part 2故事收尾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上升音调：期待确认、列举未完、表示开放——适合Part 1回答问题时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平调：无聊、背诵感——要避免在IELTS中使用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情感投入：语调有变化 = 有情感投入 = 考官听起来更自然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重音+语调综合示范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"What do you think is the most important invention of the 20th century?"
重音+语调标注练习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标注版（[重]= 重读，↗= 上升，↘= 下降）：
"[重]Personally, I'd [重]argue that the [重]internet ↘ is the most [重]transformative [重]invention — not because of its [重]technical [重]complexity ↘, but because of how [重]fundamentally it has [重]changed the way [重]humans [重]connect and [重]share [重]knowledge. ↘ That [重]said ↗, I do [重]acknowledge that [重]penicillin ↘ or [重]electricity might have [重]greater claims on [重]life-or-death [重]impact. ↘"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练习步骤：①先默读标注版 ②慢速说出来，注意每个↗↘符号 ③正常语速说一遍 ④录音对比
关键：句末降调是第一步——掌握这一点就从Band 5到Band 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发音综合自测：Band 7达标检查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全面发音自测——检查你是否达到PR Band 7标准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录音说以下句子，检查5项：
"I think the value of working with others through various challenges is particularly significant in today's world."
检查清单：
□ th发音：think/the/through/with——4个th都正确？
□ v发音：value/various——不是/w/？
□ 重音：parTICularly/sigNIFicant——位置正确？
□ 句末：world↘ 降调？不是上扬？
□ 整体：感觉自然还是机器人？
5项中4项达标 = PR Band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PR 7分的含义：不是完美口音，是清晰+重音+语调+无严重错误
如果达到4/5：你已经达到PR 7分的水平！保持练习维持这个水平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 Band 7示范：Part 2发音特征分析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题目："Describe a journey that impressed you."
重音+语调+连读综合示范（文字版）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The journey that SPRINGS to MIND is a trip I took to Guilin three years ago — TRULY one of the most VISUALLY STUNNING landscapes I've EVER seen. What STRUCK me most was the SHEER scale of the KARST mountains: these enormous, IMPOSSIBLY shaped limestone formations RISING directly from the river. I'd spent months LOOKING at photographs, but NO photograph had DONE the scenery JUSTICE. The MOMENT I arrived and saw it for the FIRST time, I GENUINELY felt like I'd stepped into a PAINTING. What the EXPERIENCE taught me is that some things RESIST representation — they can ONLY be understood DIRECTLY.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8C1D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大写词=重读词：springs/mind/truly/visually/stunning/struck/sheer——内容词全部重读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句末：PAINTING↘ / DIRECTLY↘——两个句末都降调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连读：springs to mind（一个音组）/ looked at（连读）/ stepped into（连读）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语调变化：描述景色时稍升，说"No photograph"时降调加重——情感投入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发音自然度：中式英语 vs 自然英语对比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题目："How do you usually spend your weekends?"
发音自然度对比示范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中式英语版（常见问题）：
"I usually spend my weekend to stay at home AND play computer game. Sometimes I go to shopping with my friends AND we eat delicious food."
（每句末↗ / and重读 / 无重音变化 / shopping前加to错误）
自然英语版（Band 7）：
"Weekends for me tend to be a MIX of rest and social time. I'm quite an INDOOR person at HEART — I genuinely enjoy curling up with a good book or exploring something new on Netflix↘. That SAID, I do make a point of catching up with friends REGULARLY — usually over food, since Shenzhen has such an extraordinary range of restaurants↘."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8C1D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自然版重音：MIX/INDOOR/HEART/SAID/REGULARLY——内容词清晰突出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自然版语调：sentences end with ↘ — 全部降调，不是中式的每句↗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自然版连读：curling-up / catching-up——连读流畅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对比学习方法：录音说中式版，再说自然版，对比听，找差距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PR评分：清晰 vs 不清晰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影响清晰度的发音问题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PR Band 7的清晰度标准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"Think"发成/sɪŋk/或/tɪŋk/——th发音错误影响理解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"Very"发成/weri/——v/w混淆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每句话结尾↗——中式声调干扰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"Teacher"发成/tiːtʃar/——暗r不发，变/ar/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重音位置错："DEvelop"发成"deCElop"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"Think"：舌尖轻触上门牙背面，送气——/θɪŋk/正确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"Very"：上门牙轻触下唇，/v/——不是/w/圆唇音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句末↘降调——陈述句结束时语调下降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"Teacher"：/ər/——嘴唇圆，舌头不卷——/tiːtʃər/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重音准确：deLIvelop→deLELop——查字典确认重音位置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Shadowing练习：前 vs 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Shadowing练习前（常见状态）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Shadowing 2周后（期望改善）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"I think English is very important for my career."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单调平稳，每个词同样音量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句末上扬↗（中式习惯）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th发成/s/或/t/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每个词之间有明显停顿（不连读）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"I THINK English is VERY imPORtant for my CAREER."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重要词重读，功能词轻读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句末降调↘（陈述句习惯建立）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th发音有改善（不一定完美）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相邻词组有连读（English-is / is-very）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30天发音提升终极计划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393191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33607"/>
                </a:solidFill>
                <a:latin typeface="Calibri"/>
              </a:rPr>
              <a:t>Week 1（困难音）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th/v/w/r专项：每天10分钟，镜前练习，录音对比——目标：4个音有改善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640080" cy="64008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990087"/>
            <a:ext cx="45720" cy="393191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331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33607"/>
                </a:solidFill>
                <a:latin typeface="Calibri"/>
              </a:rPr>
              <a:t>Week 2（重音）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9747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每天标注1段答案的重音（大写），大声说3遍——目标：句子重音自然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79"/>
            <a:ext cx="640080" cy="64008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3814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041648"/>
            <a:ext cx="45720" cy="393191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38327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33607"/>
                </a:solidFill>
                <a:latin typeface="Calibri"/>
              </a:rPr>
              <a:t>Week 3（语调）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74903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Shadowing：每天10分钟跟读BBC，重点模仿↗↘——目标：句末降调习惯建立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640080" cy="64008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89703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34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33607"/>
                </a:solidFill>
                <a:latin typeface="Calibri"/>
              </a:rPr>
              <a:t>Week 4（综合）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800600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全真录音：Part 1+2+3各1次，检查PR 5项，对比第1周录音——看进步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发音自测：困难句练习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录音说以下句子，重点检查th/v/w/r/重音/语调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"The value of working through these challenges is thoroughly worthwhile."（th×3/v×1/w×2/r×1）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"I think the environment will undergo significant transformation in the future."（th×2/v×1/r×2）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"Whether or not we view this as progress is worth thinking through carefully."（th×3/v×2/w×1）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"The theory behind vocabulary acquisition involves visual and verbal repetition."（th×1/v×3）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自测标准：录音回放，th不发成/s/=1分 / v不发成/w/=1分 / 句末↘=1分 / 无单调=1分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 Band 7示范：Part 3发音重点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题目："Do you think English will remain the world's dominant international language?"
发音清晰度示范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I think [重读] English will [轻读] remain [重读] dominant for the foreseeable [重读，注意重音] future, though [轻读] perhaps with [连读] a different [重读] character. The rise [重读] of non-native [重读] speakers [重读] has [轻读] already [重读] transformed [重读] English [重读] into what [连读] linguists call [重读] "World Englishes [停顿] plural" [降调] — a family [重读] of related dialects rather than a single standard. What [重读] this means practically [重读] is that intelligibility [重读] has replaced [重读] native-speaker norms [重读] as the relevant [重读] benchmark [降调].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8C1D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大写词=重读，[降调]=↘——这是PR Band 7的重音和语调示范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重音词：dominant/foreseeable/transformed/intelligibility/benchmark——内容词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轻读词：will/the/has/of——功能词轻读，对比突出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句末降调：benchmark↘——陈述句末尾清晰降调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Shadowing材料示范：跟读练习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题目：BBC News语速示范（约140词/分钟）
请跟读以下段落：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"Scientists say the world is warming at an unprecedented rate. Rising temperatures are already affecting [重读] communities around [连读] the globe. In coastal [重读] cities, sea levels [重读] have risen [重读] measurably [重读] over [连读] the past decade. Experts [重读] warn that [连读] without [重读] significant [重读] changes [重读] to energy [重读] policy [降调], the situation [重读] will worsen [重读] considerably [降调]."
跟读步骤：① 先听原声 ② 慢速跟读×2 ③ 正常速度跟读×2 ④ 录音对比原声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8C1D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语速：约130-140词/分钟——BBC正常语速，是Shadowing练习的理想材料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重音模式：nouns/adjectives/verbs重读，prepositions/articles轻读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语调：最后一词降调——这是新闻英语的标准语调，也是IELTS目标语调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发音4维自评总结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题目：完成L09后的发音能力自评
4个维度各自打分（1-9分）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PR评分自测：
① 困难音（th/v/w/r）：
1-3分：经常发错，影响理解
4-6分：偶尔发错，考官能理解
7-9分：大多数时候正确，听起来自然
② 重音位置：
1-3分：经常在错误音节重读
4-6分：偶尔重音位置错
7-9分：基本正确，内容词突出
③ 句末语调：
1-3分：每句都上扬（中式习惯）
4-6分：偶尔降调，但不稳定
7-9分：陈述句末尾稳定降调
④ 整体清晰度：
1-3分：需要猜测才能理解
4-6分：大多数可以理解
7-9分：100%清晰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8C1D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自评目标：4个维度平均6分以上 = PR 7分准备就绪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最重要的一个维度：整体清晰度——这是PR评分的根本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训练优先级：整体清晰度 &gt; 句末语调 &gt; 重音位置 &gt; 困难音——按优先级练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 4维度：深圳学生优先级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优先级 1-2（最先改善）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A33607"/>
                </a:solidFill>
              </a:rPr>
              <a:t>• 第1优先：整体清晰度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让考官100%听懂——这是PR的门槛，低于6分其他维度都不算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A33607"/>
                </a:solidFill>
              </a:rPr>
              <a:t>• 第2优先：句末语调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把每句话末尾的↗改为↘——1周练习就能建立习惯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A33607"/>
                </a:solidFill>
              </a:rPr>
              <a:t>• 训练方法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录音10句陈述句，确保每句句末降调——最快的PR提升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A33607"/>
                </a:solidFill>
              </a:rPr>
              <a:t>• 目标时间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1-2周达到基本句末降调习惯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188720"/>
            <a:ext cx="5486400" cy="45720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优先级 3-4（其次改善）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A33607"/>
                </a:solidFill>
              </a:rPr>
              <a:t>• 第3优先：重音位置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内容词重读——动词/名词/形容词/副词要突出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A33607"/>
                </a:solidFill>
              </a:rPr>
              <a:t>• 第4优先：困难音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th/v/w/r的准确发音——需要更长时间积累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A33607"/>
                </a:solidFill>
              </a:rPr>
              <a:t>• 训练方法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Shadowing每天10分钟，专项困难音练习5分钟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A33607"/>
                </a:solidFill>
              </a:rPr>
              <a:t>• 目标时间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3-4周看到明显改善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PR关键词汇：重音和发音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particularly（重音）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par-TIC-u-lar-ly——第2音节重读（常见错误：PARticularly）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environment（重音）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en-VI-ron-ment——第2音节重读（常见错误：enVIRONment）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significant（重音）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sig-NIF-i-cant——第2音节重读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comfortable（重音）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COM-for-ta-ble——第1音节重读（3音节：COMf-ta-ble也OK）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vocabulary（重音）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vo-CAB-u-la-ry——第2音节重读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th困难音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think/through/three/worth/breathe——每天说5遍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v困难音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value/involve/achieve/very/environment——每天说5遍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PR语调速查：不同语境的语调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陈述句（降调↘）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"I think English is important.↘" / "Shenzhen is growing rapidly.↘"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一般疑问（升调↗）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"Do you like travelling?↗" / "Have you been there?↗"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Wh-问句（降调↘）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"Where do you live?↘" / "What do you enjoy?↘"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列举（升升降↗↗↘）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"I enjoy reading↗, writing↗, and speaking.↘"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重要信息（先升后降↗↘）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"The MOST important thing is...↘"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让步（稍低调）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"That said... / I do acknowledge..."（稍微低一点）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总结收尾（降调↘）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"Ultimately, this is why...↘" / "In the final analysis...↘"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 7分快速检查清单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检查1：th发音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回放录音，listen for /θ/ vs /s/ or /t/——有改善就是进步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检查2：v/w发音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回放录音，value/very的v——上牙碰下唇，不是/w/圆唇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6512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6512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检查3：句末语调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每句话结尾↘降调——这是最重要的PR改变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86512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86512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检查4：重音位置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内容词（动词/名词/形容词）重读——par-TIC-u-lar-ly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9580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9580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5872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检查5：整体清晰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99872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考官是否能100%听懂——这是PR的最终目标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发音学习资源推荐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BBC Learning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在线免费，专为英语学习者设计，发音课程系统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Cambridge Dictionary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每个词有IPA音标和英美发音——查重音位置最权威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6512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6512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Rachel's English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YouTube，美式发音详细解析，有口型示范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86512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86512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IELTS Speaking Band Descriptors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官方评分表，了解PR考官实际在听什么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9580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9580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5872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Forvo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99872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单词发音众包网站，有母语者录音，适合查生词发音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