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1463040"/>
            <a:ext cx="34134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0" b="1" i="0">
                <a:solidFill>
                  <a:srgbClr val="12A594"/>
                </a:solidFill>
                <a:latin typeface="Calibri"/>
              </a:rPr>
              <a:t>L10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3566160"/>
            <a:ext cx="34134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2A594"/>
                </a:solidFill>
                <a:latin typeface="Calibri"/>
              </a:rPr>
              <a:t>IELTS Listening 听力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7680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全真模考
&amp; 查漏补缺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FDCF2"/>
                </a:solidFill>
                <a:latin typeface="Calibri"/>
              </a:rPr>
              <a:t>Full Mock Exam &amp; Gap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669280"/>
            <a:ext cx="3840480" cy="54864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424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第 10 节课 · 课时 90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本课流程  Lesson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标准模考规范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67128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错题分类诊断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08376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冲刺计划制定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9624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953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67911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高频失分题型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25880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考场词汇冲刺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167128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模考步骤流程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008376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课堂练习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849624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953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867911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小结作业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L09回顾：口音适应与连读核心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/ɑː/系列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can't/bath/fast/last — 英式/ɑː/不要误听成美式/æ/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连读核心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wanna/gonna/kinda/didja/coulda — 10个高频形式必须秒识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弱读策略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虚词弱读是正常现象，只追踪实义词，不追求听清每个词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30天计划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Week 1认知→Week 2接触→Week 3主动训练→Week 4检验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深圳学生注意：本节课：全程模考+系统查漏，制定个人冲刺计划，冲刺目标分数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学习目标  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A594"/>
                </a:solidFill>
                <a:latin typeface="Calibri"/>
              </a:rPr>
              <a:t>完成本课后，你将能够：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E293B"/>
                </a:solidFill>
              </a:rPr>
              <a:t>✦  掌握标准模考规范，模拟真实考场条件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能对40道题的错题进行系统分类诊断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根据诊断结果制定个人化的2周冲刺计划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掌握考场最后冲刺的策略和心态管理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A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🎯 深圳学生高频痛点 · 模考阶段的三大误区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2A2A"/>
                </a:solidFill>
                <a:latin typeface="Calibri"/>
              </a:rPr>
              <a:t>❌ 常见误区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02A2A"/>
                </a:solidFill>
              </a:rPr>
              <a:t>✗ 只做不分析：每套模考做完核对答案就结束，不分析错题类型——永远在同一个坑里跌倒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只分析不改变：知道自己哪里错，但不针对性练习——知道问题≠解决问题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模考条件不严格：在嘈杂环境做题、随时暂停、不计时——训练出来的不是考场能力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97280"/>
            <a:ext cx="36576" cy="521208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7A3D"/>
                </a:solidFill>
                <a:latin typeface="Calibri"/>
              </a:rPr>
              <a:t>✅ 正确做法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✓ 错题分类诊断：每套做完，把错题分成6类（词汇/口音/陷阱/预读/速记/粗心）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针对性补课：找到自己最多的错题类别，下一套专项关注该类别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严格模考条件：安静房间+计时+连续做完不暂停+纸笔考用答题纸誊写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标准模考规范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Standard Mock Exam Protocol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考前准备：模拟真实考场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备考最后阶段用真实考场条件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环境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安静房间，无手机，无打断——不在咖啡厅/图书馆做模考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材料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打印答题纸（纸笔考）或使用雅思官方模考界面（机考）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工具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铅笔（纸笔考）或标准键盘（机考）；草稿纸2张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时间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选固定时间段，与考试时间一致（早上/下午）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状态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模考前不做其他题目，保持精力充沛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模考中的规范操作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每套模考必须严格执行的操作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不暂停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全程30分钟不暂停，模拟真实录音不可倒带的考场条件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不回头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答完一题立刻移向下一题，不回头检查已答题目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预读执行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每组题说明开始时立刻预读，20秒内完成关键词圈划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速记执行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全程使用速记符号，不写完整词，数字用阿拉伯数字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誊写规范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纸笔考：30分钟后立刻誊写，限时10分钟，不超时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模考规范的核心逻辑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为什么不暂停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真实考试录音不能倒带——训练中暂停等于在练习一项考场不存在的技能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为什么不回头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回头检查浪费预读时间——预读时间比回头检查价值更高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为什么用答题纸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训练誊写时间管理——10分钟誊写40题，需要专项训练才能做到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机考 vs 纸笔考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机考没有誊写时间，但Section间隙可以检查；节奏与纸笔考不同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模考频率建议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冲刺阶段：每天1套（约90分钟含分析）；平时：隔天1套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模考分数的正确解读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原始分→雅思分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Band 7.5=35-36分; Band 7=30-32分; Band 6.5=26-29分; Band 6=23-25分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单次波动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单次模考分数波动1个Band是正常的，不代表真实水平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5套平均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至少做5套后再评估真实水平，单次不算数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上升趋势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比绝对分数更重要——连续5套都是6.5说明真实水平6.5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考前预测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考前最后3套平均分-0.5=考场预期分数（考场压力因素）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模考规范自检：你做到了吗？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以下是10个模考规范，给自己打分（做到得1分，共10分）：
① 安静环境，无干扰
② 计时30分钟，全程不暂停
③ 使用答题纸誊写
④ 预读执行率≥90%
⑤ 速记符号使用率≥70%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⑥ 不回头检查已答题
⑦ 誊写限时10分钟
⑧ 誊写完毕才核对答案
⑨ 核对后进行错题分类
⑩ 记录本次分数并与上次对比
得分判断：9-10分=模考质量优秀；7-8分=良好；&lt;7分=模考条件需改进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模考质量比模考数量更重要——1套严格模考&gt;3套随意模考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考场真实流程预演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考场真实流程（按时间顺序）：
① 入座→取答题纸→不要翻题目
② 监考员宣读说明→此时可提问
③ 录音开始：S1说明→S1题组→S1作答
④ Section间隙（30秒）：立刻预读下一组
⑤ 完成S4→10分钟誊写（纸笔考）
⑥ 收卷→离场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考场流程核心：Section说明时间=预读时间；Section间隙=继续预读；誊写=核查拼写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机考考生：没有誊写时间，Section间隙直接检查已输入内容，不等最后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错题诊断系统：六大错误类型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Error Diagnosis: Six Error Categories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错题分类表：每套必做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把每道错题归入六类之一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类型A：词汇失分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听到了但不认识这个词（拼写/含义不熟悉）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类型B：口音失分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听到了但因口音问题没认出来（/ɑː/vs/æ/等）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类型C：陷阱失分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听懂了但写了陷阱给的错误答案（更正/否定/条件）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类型D：预读失分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没有预读或预读不完整，错过关键词窗口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类型E：速记失分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听到了但来不及写，或写了但誊写时看不清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类型F：粗心失分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拼写/大小写/限词/单复数错误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各类型的应对策略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诊断出类型→针对性补课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A类（词汇）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背诵高频题型词汇表；每周新增30个；做错题词汇本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B类（口音）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增加英式/澳式输入密度；影子跟读；专项音素训练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C类（陷阱）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重做陷阱题专项；标注每道错题的信号词；L08复习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D类（预读）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强制执行预读20秒计时；每次做题前打开秒表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E类（速记）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符号系统专项强化；加快书写速度训练；练习占位技术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F类（粗心）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建立誊写检查流程：拼写→大小写→单复数→限词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六类错误的时间投入分配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F类（粗心）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每天5分钟：誊写时检查流程，不需要额外学习，只需要养成习惯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E类（速记）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每天10分钟：速记符号复习，练习符号速写，做占位技术训练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D类（预读）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每次做题前：计时预读20秒，不超时——每次必做，不跳过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C类（陷阱）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每周1-2次：专项陷阱题训练，L08复习，信号词词卡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B类（口音）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每天10分钟：影子跟读+连读词组；长期投入但每次时间短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A类（词汇）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每天15分钟：词汇本复习+新词记忆；需要最长时间积累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深圳学生错题类型统计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F类最多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深圳学生最常见：拼写失误（accommodation/necessary/environment等）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D类第二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预读执行率不足——会预读但不坚持，尤其S3/S4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C类第三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陷阱识别意识有但反应不够快——听到信号词0.5秒内没反应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A类积累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词汇量普遍OK，但特殊场景词（医疗/法律/环境）有盲区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B类相对好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深圳学生英语基础好，口音适应比其他地区快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错题分类实操：上一套模考的分析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取出你最近一套模考的错题，按以下步骤分类：
步骤1：写下错题题号
步骤2：每道题对应A/B/C/D/E/F哪类
步骤3：统计各类型数量
步骤4：最多的那类=本周补课重点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示例分析：
错题：Q3(A词汇) Q8(C陷阱) Q12(D预读) Q17(C陷阱) Q23(F粗心) Q31(B口音) Q35(C陷阱)
C类(陷阱)=3道，是本周最主要失分原因
本周重点：L08陷阱章节复习+陷阱专项练习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每套模考做完都做这个分析——积累10套后，你会发现自己的"稳定失分模式"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常见失分组合与突破顺序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深圳学生最常见的错题组合：
组合1：F类（拼写）+ D类（预读）→ 最快提分：先解决F类（拼写），2周内多对3-4题
组合2：C类（陷阱）+ B类（口音）→ 先解决C类，再练B类
组合3：A类（词汇）+ E类（速记）→ 先解决E类（立刻见效），再积累词汇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为什么先解决F/E/D类？这三类是"技能型"失分（可快速习得），不是"知识型"失分
词汇（A类）需要长期积累，短期突击效果有限
陷阱（C类）需要意识+反应速度，需要2-3周专项训练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冲刺2周：优先解决技能型失分（F/E/D类），这些是最快看到分数提升的领域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冲刺计划：最后2周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2-Week Sprint Plan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冲刺计划的核心原则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最后2周的备考不是"新学东西"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原则1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不要在最后2周学新词汇或新题型——只巩固已学的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原则2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每天1套模考（30分钟）+1小时错题分析，共90分钟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原则3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错题分析严格执行六分类，每类出现&gt;2次就针对性复习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原则4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考前3天停止新内容，只做预读热身和轻量复习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原则5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考前1天不做题，休息，确保考试当天精力充沛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每日冲刺时间表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最后14天的具体安排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Day 1-5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每天：30min模考 + 60min错题分析 + 30min针对性复习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Day 6-10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每天：30min模考 + 45min错题分析 + 45min薄弱点专项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Day 11-12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完整模考+深度分析，确认已解决的失分类型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Day 13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轻量复习：预读练习20min + 信号词背诵10min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Day 14（考试日前一天）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不做任何练习，正常作息，早睡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冲刺计划的心理框架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不要panic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最后2周panic会降低发挥，保持"已准备好"心态比再学新东西更重要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相信积累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L01-L09的训练已经建立了系统——最后2周是激活，不是从零开始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接受不完美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模考有时做差是正常的，不等于真实水平下降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每日小目标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与其设"这周提分0.5"，不如设"今天错题分类做完"——过程导向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睡眠优先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考前3天早睡，睡眠对记忆巩固比多做1套题更有价值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考前最后3天清单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Day -3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最后一套完整模考+深度分析，确认哪类错题已解决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Day -2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轻量复习：信号词表+拼写词表，各20分钟；不做新题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Day -1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完全休息，准备好考试物品，早睡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考试当天早上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吃早饭，到达考场早15分钟，不做题，轻松状态入场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考场心态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相信已经准备好了——紧张的10%能量转化为专注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2周冲刺的预期效果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基于深圳学生历史数据，执行完整2周冲刺计划的预期提分：
起点6分学生 → 冲刺2周 → 平均达到6.5分
起点6.5分学生 → 冲刺2周 → 平均达到7分
起点7分学生 → 冲刺2周 → 平均达到7.5分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提分关键：
①严格执行错题分类，不随意做题
②专项补课，而非重复同类题
③保持稳定，不因一套做差而崩溃
④考前保持好状态，技术层面已经够了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最后2周，技术层面已经到位——状态管理是最后的决定因素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个人冲刺计划制定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根据你的错题诊断结果，填写个人冲刺计划：
当前分数：___分  目标分数：___分
主要失分类型：___（A/B/C/D/E/F）
每日计划：___ 分钟模考 + ___ 分钟分析 + ___ 分钟针对性练习
薄弱点：___（填具体内容：如"S3陷阱"/"拼写词10个"）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填写完毕后和老师确认计划是否合理，避免计划太满或方向偏差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冲刺计划是个人化的——没有适合所有人的万能计划，根据自己的失分类型定制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高频拼写与考场心态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High-Freq Spelling &amp; Exam Mindset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100个高频拼写失分词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F类失分的专项攻克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住宿类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accommodation（注意双c和双m）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必要类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necessary（1个c，2个s）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推荐类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recommend（1个c，2个m）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月份类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February（r后还有u：Feb-ru-a-ry）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设施类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facilities, equipment, environment（长词记词根）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考场心态管理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最后的能力：情绪稳定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跟丢了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立刻找锚点词重定位，不停下来纠结——损失1题，不是1分钟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整组听错了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继续往前，不要"崩溃"——30分钟做完，后面3个Section还有机会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听到不认识的词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用音译占位，誊写时靠上下文推断，不影响后续题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计时误判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听到S3心想"怎么那么难"——这正是正常难度，正常发挥就行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考后感觉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考后感觉"做得不好"是极其常见的，不代表实际分数低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高频拼写词记忆法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视觉分解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把长词分成音节块：ac-com-mo-da-tion，每块单独记忆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词根辅助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environ（周围）+ ment；manage（管理）+ ment；这些词根出现在多个词中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错误预警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accommodation（双c双m）是最常见拼写错误词，专门标记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每日5个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每天记5个高频拼写词，21天后覆盖100个高频词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遗忘曲线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第1天记→第3天复习→第7天复习→第21天复习——记住率提到90%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考场心态的科学依据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焦虑与表现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适度焦虑（30%）提升表现；高度焦虑降低注意力广度——目标是"冷静专注"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跟丢的数学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跟丢1题=损失1分（最多）；停下纠结30秒=损失后续1-2题机会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考后感觉失真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考后感觉差≠实际分数差：统计显示约60%感觉不好的考生分数达到目标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Section间隙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30秒间隙：深呼吸2次+预读下一题——这30秒价值极高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自我对话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考场出问题时，内心说："这正常，继续前进"——不评判自己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高频拼写词即时测试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以下10个词，听写拼写（不看答案）：
① accommodation  ② necessary  ③ recommend  ④ February
⑤ environment  ⑥ government  ⑦ management  ⑧ opportunity
⑨ university  ⑩ questionnaire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① accommodation（双c双m）② necessary（1c2s）③ recommend（1c2m）④ February（rb-u-a-ry）
⑤ environment（-iron-ment）⑥ government（-ern-ment）⑦ management（-age-ment）
⑧ opportunity（双p，-tunity）⑨ university（-versity）⑩ questionnaire（-tion-naire）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拼写题每道值1分——10个词背对可以多得约5分（考虑实际出现频率），性价比极高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考场应急处理实战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以下情况，你的应对方案是什么？
① S1第3题跟丢了，第4题开始播了
② S3整组多选题听了两个但来不及标答案
③ 誊写时发现一个词拼不出来，只剩2分钟
④ S4感觉完全没听懂，5道题全空了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① 从Q4开始，空白Q3不回头，誊写时靠上下文推断
② 立刻标记已确认的，不确定的写?，誊写时再判断
③ 写首字母+横线，誊写完所有题后再回来，上下文推断
④ 继续往后听，S4即使只做对5题也是5分；不要停下来纠结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考场应急处理的核心：永远往前，不回头——时间是单向流逝的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考场高频拼写词冲刺表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High-Frequency Spelling Words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住宿与生活高频词（S1必考）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accommodation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住宿（双c双m：ac-com-mo-da-tion）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facilities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设施（不是facilties，注意中间无字母颠倒）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availability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可用性（avail + ability）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appointment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预约（ap-point-ment，双p）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enquiry / inquiry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询问（英式enquiry，美式inquiry均接受）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receipt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收据（注意p不发音：re-ce-i-pt）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maintenance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维护（main-ten-ance，注意中间e）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学术与教育高频词（S3/S4必考）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环境（envir-on-ment，不是enviroment）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government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政府（govern-ment，注意n）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管理（manage-ment）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recommend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推荐（re-com-mend，1个c，2个m）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necessary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必要（ne-ces-sa-ry，1c2s）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questionnaire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问卷（question-naire，双n）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hypothesis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假设（hy-poth-e-sis，发音/haɪˈpɒθɪsɪs/）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时间与月份高频词（填空必考）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February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二月（Feb-ru-a-ry，r后有u）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Wednesday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星期三（Wed-nes-day，d不发音）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fortnight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两周（fort-night，英式词，=14 nights）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日程（英式/ˈʃedjuːl/，sh开头）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anniversary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周年纪念（anni-vers-a-ry）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preliminary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初步的（pre-lim-in-a-ry，长词拆开背）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approximately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大约（ap-prox-im-ate-ly）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最后2周冲刺核查清单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Day 1-7 每日必做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4C5C"/>
                </a:solidFill>
              </a:rPr>
              <a:t>• 30min模考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完整S1-S4，不暂停，计时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错题分类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A/B/C/D/E/F六分类，统计各类数量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针对性复习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最多那类错题→对应章节重读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拼写检查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每套检查所有拼写，建立个人错误词表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记录进步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比较本套vs上套，看哪类错题减少了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188720"/>
            <a:ext cx="5486400" cy="4572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Day 8-14 每日必做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4C5C"/>
                </a:solidFill>
              </a:rPr>
              <a:t>• 30min模考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同上，条件更严格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深度分析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比较Day 1-7 vs Day 8-14的错题类型变化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薄弱点专攻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剩余最顽固的失分类型集中练习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Day 13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只做预读热身，不做完整模考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Day 14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休息，不做题，正常作息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全真模考步骤流程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Full Mock Exam: Step-by-Step Process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Step 1-3：考前准备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39319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打印材料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打印答题纸（纸笔考）/ 打开官方界面（机考）；草稿纸2张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990087"/>
            <a:ext cx="45720" cy="39319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331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环境设置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9747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安静房间，手机静音，告知家人不要打扰，提前排除干扰源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79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3814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8327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状态调整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4903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放松5分钟，做3次深呼吸，把注意力从外部转移到考试状态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Step 4-6：模考执行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39319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S1-S2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语速较慢，应得满分或接近满分；完成后立刻预读下一组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990087"/>
            <a:ext cx="45720" cy="39319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331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S3-S4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9747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难度增加，保持稳定，跟丢了找锚点重定位，不要在一题上耗时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79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3814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8327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誊写阶段（纸笔）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4903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按优先级：占位补全→拼写→大小写→单复数→限词，限时10分钟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Step 7-8：模考后分析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39319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核对答案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用官方答案核对，标注每道错题；不要急着查原因，先统计数量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331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错题六分类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69747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对每道错题进行A/B/C/D/E/F分类，找出最多的类型，制定下次针对性训练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全真模考示范：30分钟完整流程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题目：Section 1（约10分钟）：
说明（30秒预读）→ Q1-10作答 → 间隙（预读S2题目）
Section 2（约10分钟）：
说明（预读Q11-20）→ Q11-20作答 → 间隙（预读S3题目）
Section 3（约10分钟）：
说明（预读Q21-30）→ Q21-30作答 → 间隙（预读S4题目）
Section 4（约10分钟）：
说明（预读Q31-40）→ Q31-40作答 → 结束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纸笔考：录音结束→立刻誊写→限时10分钟→按优先级核查
机考：录音结束→立刻检查已输入内容→重点核查有问号标注的答案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每组说明时间=宝贵预读时间，绝对不能浪费在翻页或休息上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Section间隙约30秒，已足够完成下一组10题的关键词圈划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机考学生：Section间隙用来检查上一组的输入内容，同时快速预读下一组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错题分析示范：一套完整分析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题目：模考结果：正确27/40 → 估分约6.5分
错题：Q3 Q7 Q14 Q19 Q21 Q22 Q23 Q28 Q31 Q35 Q38 Q40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错题分类：
A类（词汇）：Q28, Q31（2题）— 听到了但不认识
B类（口音）：Q3（1题）— 英式/ɑː/没识别
C类（陷阱）：Q19, Q21, Q22（3题）— S3更正陷阱
D类（预读）：Q7（1题）— 没来得及预读Q7
E类（速记）：Q38（1题）— 写不完
F类（粗心）：Q14, Q23, Q35, Q40（4题）— 拼写/单复数
本次重点：F类（4题）→ 下次做前，把Q14/23/35/40的正确拼写默写10遍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F类粗心4题=多对4题=从6.5→7分的关键（差距约5题），性价比最高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C类陷阱3题=复习L08陷阱章节，S3更正陷阱专项练习2次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A类词汇2题=把Q28/31的答案词加入词汇本，这周集中背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模考习惯：低效 vs 高效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低效模考习惯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高效模考习惯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做题中途暂停3-4次，"听不清就重放"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做完核对答案就结束，不分析错题原因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每套都做同类型题，从不针对性补课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在嘈杂环境/边做边看手机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考前一晚刷3套题，精力耗尽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全程30分钟不暂停，模拟真实录音只播一次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核对后严格执行六分类，分析每类的根本原因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每套分析后针对性补课，下一套专项观察该类是否减少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安静房间，手机静音，考场级别的专注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考前一晚轻量复习，确保考试当天精力充沛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成绩曲线：随机刷题 vs 系统备考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随机刷题（无系统）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系统备考（有诊断）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做了20套题，分数在6-6.5之间徘徊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每套做完不分析，换下一套继续做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同类型错误反复出现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最后2周仍在做同样的练习，没有提高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考试结果：6分，停滞3个月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做了10套题，每套认真分析错题类型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发现F类（拼写）是主要问题→专项拼写练习2周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第11-15套：F类错题从4题降到1题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最后2周：薄弱点基本补齐，保持稳定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考试结果：7分，提升1个Band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课堂练习：全真模考模拟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Full Mock Practice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练习1：高频拼写测试（10词）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不看答案，听写以下10个高频词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① accommodation  ② necessary  ③ recommend  ④ questionnaire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⑤ environment  ⑥ February  ⑦ facilities  ⑧ approximately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⑨ maintenance  ⑩ government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练习2：错题六分类实操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拿出你最近一套模考的错题，现在完成六分类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错题题号：___  ___  ___  ___  ___  ___  ___  ___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A类（词汇）：___  B类（口音）：___  C类（陷阱）：___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D类（预读）：___  E类（速记）：___  F类（粗心）：___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最多的类别：___  → 本周补课重点：___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练习3：模考压力测试（S1+S2）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计时做以下模考（只S1+S2，约20分钟），严格执行规范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使用剑桥真题（老师指定一套），只做S1和S2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全程不暂停，预读执行，速记符号使用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做完立刻六分类，不要先看答案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目标：S1=9-10分，S2=7-9分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练习4：考场应急模拟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模拟以下突发情况，给出应对方案并实际执行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情况1：S2第3题完全没听到，如何处理？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情况2：S3你写了B，但后来不确定，如何在答题纸上标注？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情况3：誊写时发现Q17的词拼不出来，还有4分钟，如何处理？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情况4：整个S4都没听清楚，还剩2分钟誊写，如何最大化得分？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练习5：个人冲刺计划制定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根据本课所学，制定个人2周冲刺计划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填写：当前分数___分  目标分数___分  差距___题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主要失分类型（来自最近3套分析）：___类（___道题）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Day 1-7每日计划：___分钟模考+___分钟___专项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Day 8-13计划：___  考前日：轻量复习  考前一天：休息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提交给老师审阅，确认计划合理性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考前最后冲刺提醒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Final Sprint Reminders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A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🎯 深圳学生高频痛点 · 考前最后关头的三大误区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2A2A"/>
                </a:solidFill>
                <a:latin typeface="Calibri"/>
              </a:rPr>
              <a:t>❌ 常见误区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02A2A"/>
                </a:solidFill>
              </a:rPr>
              <a:t>✗ 考前一晚刷题到凌晨：大脑需要睡眠来巩固记忆和恢复认知能力，熬夜刷题得不偿失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考前临时学新策略：最后2天不要读新的方法书或视频，已有策略用熟比学新的更重要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考后立刻对答案：等成绩出来后再分析，考后当天不要因为感觉做得不好而焦虑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97280"/>
            <a:ext cx="36576" cy="521208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7A3D"/>
                </a:solidFill>
                <a:latin typeface="Calibri"/>
              </a:rPr>
              <a:t>✅ 正确做法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✓ 考前一晚：轻量复习（看信号词表10分钟）→早睡→考试当天早起→正常早餐→准时到考场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考前最后2天：只巩固已学策略，预读练习20分钟/天，不学新内容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考后：放松，等成绩——听力考试结束不等于结果，分数出来再复盘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考场当天操作手册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入场前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确认准考证+身份证；提前20分钟到达；找到自己座位，排列好工具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等待阶段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不刷题，闭目养神，做3次深呼吸，把注意力聚焦在"预读"这件事上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说明阶段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认真听监考员说明，确认题目类型；利用这段时间扫描第一组题目格式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录音开始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立刻进入预读模式，不要被第一句话内容吸引，先完成Q1-10预读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誊写阶段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按优先级核查：占位词→拼写→大小写→单复数→限词→整体检查1遍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深圳学生注意：考场当天的心态：技术已到位，状态是唯一变量——保持稳定比临时提高更重要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10节课完整回顾：你已掌握了什么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L01-L05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考试结构→S1-S4各Section策略→10大题型解题逻辑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L06-L07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预测技能（三层预读+同义替换）→速记系统（10符号+数字格式+占位）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L08-L09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六大陷阱识别→口音适应（英式/澳式+连读+弱读）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L10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全真模考规范→错题六分类诊断→2周冲刺计划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核心价值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从6分到7分：策略提升（可快速习得）；7分到8分：实力提升（持续积累）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深圳学生注意：恭喜完成听力全部10节课！坚持执行你的冲刺计划，目标分数可期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考前最后72小时行动清单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考前3天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做1套完整模考+错题分析；轻量复习信号词表；早睡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考前2天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只做预读热身（不做完整模考）；复习自己最易犯的拼写词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6512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6512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考前1天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完全休息，不做任何题；确认考场位置和交通；准备证件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86512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86512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考试当天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正常早餐；提前到达；考场内闭目等待；录音开始即进入状态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9580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9580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5872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考后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99872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不要对答案，不要看题目，休息等成绩——已经尽力了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雅思听力终极速查：10条黄金法则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768096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768096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法则1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预读20秒——题型→关键词→答案类型，不超时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768096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768096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法则2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同义替换——题目词≠录音词，建立100组替换词反应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231136"/>
            <a:ext cx="5486400" cy="768096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231136"/>
            <a:ext cx="109728" cy="768096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322576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法则3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734056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速记符号——→↑↓ &amp; w/ b/c ~，数字用阿拉伯数字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231136"/>
            <a:ext cx="5486400" cy="768096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231136"/>
            <a:ext cx="109728" cy="768096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2322576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法则4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2734056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陷阱信号词——actually/not/if/plan to，延迟写答案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27832"/>
            <a:ext cx="5486400" cy="768096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227832"/>
            <a:ext cx="109728" cy="768096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319272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法则5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730752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口音适应——/ɑː/vs/æ/，连读wanna/gonna/kinda秒识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79" y="3227832"/>
            <a:ext cx="5486400" cy="768096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79" y="3227832"/>
            <a:ext cx="109728" cy="768096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399" y="3319272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法则6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399" y="3730752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跟丢后不放弃——找锚点词重定位，继续往前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224528"/>
            <a:ext cx="5486400" cy="768096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24528"/>
            <a:ext cx="109728" cy="768096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431596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法则7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4727448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占位技术——首字母+横线，不停在一题上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79" y="4224528"/>
            <a:ext cx="5486400" cy="768096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79" y="4224528"/>
            <a:ext cx="109728" cy="768096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399" y="431596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法则8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399" y="4727448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誊写核查——拼写→大小写→单复数→限词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221224"/>
            <a:ext cx="5486400" cy="768096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221224"/>
            <a:ext cx="109728" cy="768096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531266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法则9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" y="5724144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错题六分类——每套做完分类，针对性补课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79" y="5221224"/>
            <a:ext cx="5486400" cy="768096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5079" y="5221224"/>
            <a:ext cx="109728" cy="768096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399" y="531266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法则10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399" y="5724144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考前稳定——技术已到位，状态是最后的竞争力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自检清单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L10课后自检清单（全课程终极版）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☐ 完成至少5套完整模考，每套都做错题六分类分析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制定个人2周冲刺计划，提交老师审阅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背诵20个高频拼写词，测试全对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信号词表默写：更正（6个）+否定（5个）+条件（5个）全部写出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L10 课堂小结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A594"/>
                </a:solidFill>
                <a:latin typeface="Calibri"/>
              </a:rPr>
              <a:t>📌 本课核心要点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>
                <a:solidFill>
                  <a:srgbClr val="FFFFFF"/>
                </a:solidFill>
              </a:rPr>
              <a:t>✓  全真模考规范：安静环境+不暂停+预读执行+速记执行+誊写核查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错题六分类：A词汇/B口音/C陷阱/D预读/E速记/F粗心——找最多的那类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2周冲刺计划：Day 1-10每天模考+分析，Day 11-12深度分析，Day 13轻量，Day 14休息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高频拼写词：accommodation/necessary/recommend/February等20个必须全对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10条黄金法则：预读→替换→速记→陷阱→口音→不放弃→占位→誊写→分类→稳定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练习巩固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L10 课后作业  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⏱ 建议用时：约90分钟/天（冲刺期）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1E293B"/>
                </a:solidFill>
              </a:rPr>
              <a:t>作业 1　完成2周冲刺计划的第1-3天执行，记录每天模考分数和错题类型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2　背诵全部20个高频拼写词，每天自测，直到全部正确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3　复习L01-L10核心要点，建立个人"听力策略手册"（一张A4纸）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2A594"/>
                </a:solidFill>
                <a:latin typeface="Calibri"/>
              </a:rPr>
              <a:t>下节预告 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L11 · 下一阶段：口语备考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FDCF2"/>
                </a:solidFill>
              </a:rPr>
              <a:t>→ 口语考试结构：Part 1/2/3的时间分配与评分标准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深圳学生口语痛点：中式英语思维、词汇贫乏、停顿过多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7分口语的特征：流利度/词汇/语法/发音四维同步提升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