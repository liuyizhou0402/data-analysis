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1463040"/>
            <a:ext cx="34134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0" b="1" i="0">
                <a:solidFill>
                  <a:srgbClr val="12A594"/>
                </a:solidFill>
                <a:latin typeface="Calibri"/>
              </a:rPr>
              <a:t>L07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3566160"/>
            <a:ext cx="34134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2A594"/>
                </a:solidFill>
                <a:latin typeface="Calibri"/>
              </a:rPr>
              <a:t>IELTS Listening 听力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7680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笔记速记系统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FDCF2"/>
                </a:solidFill>
                <a:latin typeface="Calibri"/>
              </a:rPr>
              <a:t>Note-taking &amp; Speed Writing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669280"/>
            <a:ext cx="3840480" cy="54864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424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第 7 节课 · 课时 90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本课流程  Lesson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双任务协调的挑战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67128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速记符号体系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08376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数字信息速记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9624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953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67911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关键词追踪技术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25880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速记词汇表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167128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边听边记步骤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008376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课堂练习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849624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953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867911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小结作业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L06回顾：预测技能核心要点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三层预读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题型识别(3s)→关键词圈划(10s)→答案类型预判(5s)=20秒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同义替换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题目词≠录音词，掌握100组核心替换对，不被迷惑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预测原则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预测答案类型而非具体内容，答案永远以录音为准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深圳学生进度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大多数同学已能完成关键词圈划，但速记跟不上是新瓶颈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深圳学生注意：本节课目标：建立速记符号体系，让双任务（听+写）不再互相干扰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学习目标  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A594"/>
                </a:solidFill>
                <a:latin typeface="Calibri"/>
              </a:rPr>
              <a:t>完成本课后，你将能够：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E293B"/>
                </a:solidFill>
              </a:rPr>
              <a:t>✦  掌握10个通用速记符号，覆盖80%的笔记场景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能在听录音时同步用符号记录关键信息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掌握数字、日期、电话号码的快速记录格式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实现"听-记-答"三步流程的自动化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A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🎯 深圳学生高频痛点 · 双任务失败的三种表现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2A2A"/>
                </a:solidFill>
                <a:latin typeface="Calibri"/>
              </a:rPr>
              <a:t>❌ 常见误区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02A2A"/>
                </a:solidFill>
              </a:rPr>
              <a:t>✗ 写慢了跟不上：还在写上一个答案时，下一个答案已经过去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写快了写不清：用力快写变成潦草，誊写时自己都认不出来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边写边漏听：专注写字时耳朵"断电"，关键信息在这段时间说完了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97280"/>
            <a:ext cx="36576" cy="521208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7A3D"/>
                </a:solidFill>
                <a:latin typeface="Calibri"/>
              </a:rPr>
              <a:t>✅ 正确做法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✓ 速记符号替代完整词：→代替"increase"，↓代替"decrease"，节省70%书写时间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用小号印刷体写，不追求美观，只追求誊写时自己能认出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符号+首字母组合：w/（with）、b/c（because）、&amp;（and）减少书写量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双任务协调：听力与书写同步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Dual-Task Coordination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双任务挑战的根本原因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大脑处理能力有限，听和写会争抢资源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听力通道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耳朵接收语音→大脑解码语义→工作记忆暂存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书写通道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工作记忆提取信息→手部执行写字动作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冲突点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解码新信息时书写旧信息，两者同时占用工作记忆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解决方案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减少书写所需认知资源——符号化、简化、自动化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训练目标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让书写变成"肌肉记忆"，不消耗认知资源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深圳学生注意：目标：写字时大脑99%用于听，只用1%用于手部动作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速记的核心原则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能少写就少写，能符号就不用词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原则1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只记答案关键词，不记完整句子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原则2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用符号替代常用词：→↑↓=≠&amp;w/b/c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原则3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数字一律用阿拉伯数字，不用英文单词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原则4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专有名词首字母大写，不确定的部分画横线占位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原则5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誊写时再补全——听音时不要求完整，誊写时核对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双任务协调的阶段目标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初级阶段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先写完上一题再听下一题——会漏题，但减少了写错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中级阶段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听到答案立刻写——偶尔漏听，但写得快了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高级阶段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听和写同步——符号体系自动化，脑子99%用于听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训练路径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第1-2周：专注建立符号体系→第3周：边听边写→第4周：自动化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衡量标准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做完2套真题后，双任务成功率（不因写字而漏听）≥80%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速记体系建立的优先级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第一优先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数字立刻用阿拉伯数字——最快见效，立刻少写50%字符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第二优先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方向符号→↑↓——increase/decrease用↑↓替代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第三优先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连接符号&amp; w/ b/c——频率最高的逻辑关系词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第四优先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专业缩写：env/govt/temp/pop——S4频繁出现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关键原则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先把基础5个符号用熟，再扩展，不要一次学10个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双任务协调自测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同时完成以下两个任务（难度模拟）：
任务A：听老师朗读的数字序列（每2秒一个）
任务B：同时把刚才的数字写下来
序列：47 / 230 / 1,850 / 99.5 / 3/4 / 0.7 / £26.50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47 / 230 / 1850（可省千分位逗号）/ 99.5 / 3/4或¾ / 0.7 / £26.50
听写正确率：7个全对=优秀；5-6个=良好；&lt;5个=需加强数字听写专项训练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训练法：每天10分钟数字听写，用BBC Radio 4的新闻播报练习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速记符号紧急入门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以下录音，用符号速记关键信息：
"The temperature increased significantly last month, reaching approximately 35 degrees, which is about 8 degrees higher than usual. However, next week it will probably decrease."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速记示例：temp ↑ sig last mo → ~35° / ~8° &gt; usual
next wk → temp ↓ (prob)
节省书写量约65%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速记不是固定格式，关键是自己能看懂——建立个人符号系统后坚持使用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10大速记符号精讲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10 Core Shorthand Symbols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方向与变化符号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5个最高频符号，覆盖50%的速记需求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→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leads to / results in / therefore（因果、方向）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↑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increase / rise / grow / improve（增加类）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↓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decrease / fall / drop / reduce（减少类）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=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equals / is / means / refers to（等于、定义）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≠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does not equal / is different from / not（不等于）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深圳学生注意：这5个符号用一周就能形成习惯——每次听力练习强制使用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连接与修饰符号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5个次高频符号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&amp;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and / as well as / both（和）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w/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with / including（带有）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w/o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without / excluding（没有）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b/c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because / due to / as a result of（因为）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~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approximately / about / around（大约）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10个符号的记忆技巧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视觉记忆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↑=温度计上升，↓=降落的箭头，→=因果链条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日常使用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在笔记本里用这些符号代替英文词，不只在听力练习中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分批学习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第一天学→↑↓=≠，熟练后学&amp; w/ w/o b/c ~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自我测试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合上书本，能默写全部10个符号及其含义=掌握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考场保障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符号不确定时宁可写完整词，不要写一个自己不确认的符号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符号速记 vs 完整书写的对比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完整书写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increase: 8个字母，约1.5秒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符号速记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↑: 1个符号，约0.1秒，节省93%时间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完整书写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because of habitat destruction: 28个字母，约5秒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符号速记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b/c habitat destr.: 16个字符，约2.5秒，节省50%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累计效果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40题平均每题节省1.5秒=总计节省1分钟，减少漏题风险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符号速记实战练习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将以下句子用速记符号改写（目标：字数减少50%以上）：
"The new policy will increase the budget by approximately 20% because of rising operational costs, but this will not include equipment expenses."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速记版：new policy → budget ↑ ~20% b/c op.costs ↑
w/o equip. expenses
原文26词 → 速记11个符号/词，减少58%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速记没有标准答案，只要自己5分钟后还能读懂就是好的速记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真题听力速记示范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S2独白：
"The community centre has recently extended its opening hours. It now opens at 7am instead of 9am, and closes at 10pm rather than 8pm. Membership fees have also increased from £45 to £52 per month."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速记：CC: hours ↑
open: 7am (was 9am)
close: 10pm (was 8pm)
fee: £45→£52/mo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关键：记录"变化"（原值→新值），而不只记最终值，因为题目可能问"之前是多少"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数字信息的速记规范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Number Information Speed Recording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数字类型与速记格式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雅思听力中的数字陷阱重灾区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整数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直接写：47, 230, 1850（省略千分位逗号可以）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小数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保留小数点：99.5, 3.75, 0.5（不能写成½等分数形式）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分数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用斜杠：3/4, 1/3, 2/5（誊写时查是否要写文字）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金额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加货币符号：£24.50, $99, €1,200（符号紧贴数字，无空格）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电话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分组记：020-7946-0342，听一段写一段，不等全部说完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深圳学生注意：金额最易失分：£24.5和£24.50是不同的——雅思认后者；小数位要写全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易混数字的辨析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听力中最容易混淆的数字对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13 vs 30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thirteen重音在-teen；thirty重音在thir-；用语境判断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14 vs 40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fourteen vs forty——forty没有"u"，注意拼写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15 vs 50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fifteen vs fifty——同样的重音规则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hundred vs thousand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hundred=百；thousand=千；别把1,000听成100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点号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point用于小数：3.5=three point five；不是"three dot five"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数字速记的练习计划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每日练习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用BBC新闻或真题S1练习5分钟数字听写——最快提分方式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专项训练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把13/30/14/40/15/50配对练习：一人报数，一人写，互相核对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格式检查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做完真题后专门检查数字格式：£是否贴紧、小数位是否完整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电话特训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练习"一段说完立刻写"，不等全部说完——分组记录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目标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数字听写正确率从&lt;70%提升到≥95%，约需2周专项练习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数字答案的誊写检查清单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金额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有没有货币符号（£/$）？小数点后两位是否完整（24.50不是24.5）？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日期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格式是否符合题目要求？1st June / June 1st / 01/06 哪个合适？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时间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12小时制还是24小时制？am/pm是否需要写？9:30还是half past nine？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电话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分组是否正确？双号（double）是两个相同数字，已写成两个了吗？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百分比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%符号有没有写？98.6%不能写成98.6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数字听写快速练习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听老师朗读以下数字，用最快速度写下来：
① 1,350  ② £47.99  ③ 0.75  ④ 3/5  ⑤ 13:30
⑥ 020-7946-0918  ⑦ 1st June  ⑧ 2,500,000  ⑨ -3°C  ⑩ 98.6%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① 1350（逗号可省）② £47.99（小数位全写）③ 0.75 ④ 3/5 ⑤ 13:30或1:30pm ⑥ 按段记录 ⑦ 1st June / June 1st均可 ⑧ 2.5m或2,500,000 ⑨ -3°C ⑩ 98.6%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⑤时间格式：24小时制（13:30）和12小时制（1:30pm）雅思都接受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电话号码速记专项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以下电话号码，边听边写（每段停顿2秒）：
"The number is 0-7-9-5-4, double 3, 8-1-6."
"And the fax number is 0-2-0, 7-9-4-6, 0-9-1-8."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① 07954-338-16 → 07954 33816
② 020-7946-0918
注意double 3=33（两个3，不是3的两倍）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"double"=两个相同数字，"treble"=三个；oh/zero都表示0；nought也表示0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关键词追踪与占位技术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Keyword Tracking &amp; Placeholder Technique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听不清时的占位策略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听不清≠放弃，用占位符保留答案空间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首字母占位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听到m开头的词→写"m___"，誊写时确认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音译占位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听到不认识的词→尽量写出发音：/si:k/→seec?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问号标记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完全没听清→写"?"，提醒誊写时特别注意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上下文推断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空白题：根据前后题目推断语义范围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不停下来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空一个继续往前，不要停下来纠结一道题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深圳学生注意：占位的目的是誊写时有线索——一个首字母比什么都没有强10倍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誊写10分钟的最大化利用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纸笔考特有的10分钟誊写时间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优先级1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把答题纸上的缺字母、拼写不确定的词补全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优先级2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检查所有拼写：accommodation/necessary/February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优先级3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检查大小写：专有名词首字母大写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优先级4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检查单复数和限词是否符合题目要求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机考学生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没有誊写时间→听题时就要拼全，只留5秒/题检查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占位技术的实际价值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数据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用占位技术的学生，因"拼写不确定而空白"的题目减少85%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心理作用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写下首字母比完全空白更有把握感，减少考场焦虑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誊写还原率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首字母占位的题目，誊写时还原成功率约70%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音译占位还原率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音译占位题目，誊写还原率约40%（已有音节信息辅助）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核心价值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任何占位都比空白好，哪怕只猜一个字母也有可能得分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占位技术与誊写的配合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听题时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不追求拼全，专注抓住关键音节或首字母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誊写开始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立刻从Q1开始，把所有占位符尝试补全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补全策略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根据前后题目语境推断词义→查词根→查高频拼写词表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放弃标准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占位词誊写时2次还原失败→放弃，继续下一题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时间分配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40题誊写平均15秒/题，难题不超过30秒/题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占位技术实战：难词处理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以下是S4学术词汇，练习"听到→占位→誊写"全流程：
① biodiversity  ② photosynthesis  ③ epidemiology  ④ nanotechnology  ⑤ seismograph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① bio...diversity → biod... → biodiversity
② photo...synthesis → photos... → photosynthesis
③ epidemi...ology → epid... → epidemiology
④ nano...tech → nanotech... → nanotechnology
⑤ seismo...graph → seismograph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技巧：学术词通常有可分析的词根——bio(生命)+diversity(多样性)，记词根比记整词快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听力全流程速记综合练习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S4笔记填空，用学到的所有速记技巧：
"Research indicates that urban biodiversity has declined by approximately 40% since 1970, primarily because of habitat destruction and pollution. However, green roof initiatives have recently shown significant promise."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Q答案：40% / 1970 / habitat destruction (and) pollution / green roof(s)
速记示例：urban biodiversity ↓ ~40% since 1970 b/c habitat destr. &amp; pollution
BUT: green roofs → sig. promise recently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速记和答题是分开的：速记记录全信息，答题从速记中提取题目要求的部分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速记符号与缩写词汇表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Speed Writing Symbols &amp; Abbreviations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方向与逻辑符号（必掌握）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leads to / therefore / results in（因此/导致）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caused by / due to / as a result of（因为，反向）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increase / rise / go up / improve（增加）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decrease / fall / decline / reduce（减少）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equals / means / is defined as（等于/意味着）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is not / differs from / unlike（不等于/不同）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≈ / ~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approximately / about / around（大约）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连接与修饰符号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and / plus / as well as / together with（和）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w/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with / including / accompanied by（带有/包括）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w/o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without / excluding / not including（不包括）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b/c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because / due to / since / as（因为）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vs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versus / compared to / in contrast（对比）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positive / advantage / benefit / pro（优点）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negative / disadvantage / problem / con（缺点）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常用缩写词（学术与日常）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4800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4800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14500"/>
            <a:ext cx="4937760" cy="48006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714500"/>
            <a:ext cx="6126480" cy="48006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14500"/>
            <a:ext cx="475488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govt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714500"/>
            <a:ext cx="58521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government（政府）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94560"/>
            <a:ext cx="4937760" cy="480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194560"/>
            <a:ext cx="6126480" cy="480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194560"/>
            <a:ext cx="475488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194560"/>
            <a:ext cx="58521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environment / environmental（环境）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74620"/>
            <a:ext cx="4937760" cy="48006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674620"/>
            <a:ext cx="6126480" cy="48006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674620"/>
            <a:ext cx="475488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temp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674620"/>
            <a:ext cx="58521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temperature（温度）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54680"/>
            <a:ext cx="4937760" cy="480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154680"/>
            <a:ext cx="6126480" cy="480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154680"/>
            <a:ext cx="475488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pop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154680"/>
            <a:ext cx="58521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population（人口）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34740"/>
            <a:ext cx="4937760" cy="48006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3634740"/>
            <a:ext cx="6126480" cy="48006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634740"/>
            <a:ext cx="475488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634740"/>
            <a:ext cx="58521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information（信息）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114800"/>
            <a:ext cx="4937760" cy="480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114800"/>
            <a:ext cx="6126480" cy="480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114800"/>
            <a:ext cx="475488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org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114800"/>
            <a:ext cx="58521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organisation（组织机构）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94860"/>
            <a:ext cx="4937760" cy="48006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4594860"/>
            <a:ext cx="6126480" cy="48006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594860"/>
            <a:ext cx="475488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dept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4594860"/>
            <a:ext cx="58521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department（部门）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4937760" cy="480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0" y="5074920"/>
            <a:ext cx="6126480" cy="480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074920"/>
            <a:ext cx="475488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max /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074920"/>
            <a:ext cx="58521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maximum / minimum（最大/最小值）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554980"/>
            <a:ext cx="4937760" cy="48006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0" y="5554980"/>
            <a:ext cx="6126480" cy="48006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554980"/>
            <a:ext cx="475488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approx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5554980"/>
            <a:ext cx="58521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approximately（大约）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数字速记格式速查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数字类型→推荐格式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4C5C"/>
                </a:solidFill>
              </a:rPr>
              <a:t>• 整数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直接写：47, 1850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金额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货币符号贴紧：£24.50, $99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小数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保留小数点：3.75, 0.5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百分比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数字+%：98.6%, 40%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时间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冒号格式：9:30am, 13:45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日期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数字+月份：1st May, 15 June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电话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分段记：020-7946-0918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188720"/>
            <a:ext cx="5486400" cy="4572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特殊数字陷阱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4C5C"/>
                </a:solidFill>
              </a:rPr>
              <a:t>• thirteen vs thirty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重音位置区分：-teen在后/thir-在前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double/treble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double=×2个，treble=×3个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oh vs zero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电话号码中0读作"oh"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point vs dot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小数点说"point"，不说"dot"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and in numbers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英式：one hundred AND fifty=150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0F4C5C"/>
                </a:solidFill>
              </a:rPr>
              <a:t>• nought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英式：0.5=nought point five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边听边记：完整步骤流程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Listen &amp; Write: Full Process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Step 1-3：准备与启动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39319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预读阶段（录音前）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20秒完成三层预读；在答题纸上圈关键词；准备好笔握在手中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990087"/>
            <a:ext cx="45720" cy="39319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331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说明播放阶段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9747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说明词只放一次，用这30秒补充预读未完成的题目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79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3814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8327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第一个答案准备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4903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锁定Q1的关键词；把笔尖放在Q1答题位置附近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Step 4-6：听题与速记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39319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听到关键词周边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关键词出现时准备写，关键词后1-3秒内通常出现答案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990087"/>
            <a:ext cx="45720" cy="39319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331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写答案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9747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用速记符号+首字母+数字格式快速记录；不写完整句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79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3814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8327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答完即移位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4903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写完答案后立刻把视线移到下一题，不回头检查，继续往前追踪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Step 7-8：誊写与检查（纸笔考）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393191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誊写优先级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先补全首字母占位的词→再检查拼写→再查大小写→最后查单复数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331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时间分配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69747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10分钟誊写：每道题平均15秒；遇到难词最多停留30秒，继续下一题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速记示范：S3学术讨论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题目：Script: "In our experiment, we found that the plants grew significantly faster when exposed to blue light — about 35% more than those under white light. However, the results were inconsistent, possibly because of temperature fluctuations."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Q: What percentage faster did plants grow under blue light? → 35%
Q: What may have caused inconsistent results? → temperature fluctuations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速记全程：plants: blue &gt; white ~35%
BUT results ≠ consist. b/c temp ↑↓(?)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从速记提取答案：Q1→找%数字→35%；Q2→找"b/c"之后的词→temp fluctuations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速记目的：记录所有可能有用的信息，答题时从中提取，而非边听边想答案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速记示范：S1信息表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题目：Script: "My name's Johnson — J-O-H-N-S-O-N. I'd like to book a table for six, on the 23rd of March, at half past seven."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Q29 Name: _____  Q30 Number of guests: _____  Q31 Date: _____  Q32 Time: 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速记：Johnson (J-O-H-N-S-O-N) / 6 ppl / 23rd March / 7:30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Q29: Johnson（按字母拼读同步写，不等说完）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Q30: 6（"six"转数字，不写"six"）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Q31: 23rd March（或March 23rd）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Q32: 7:30（half past seven立刻转换，不写half past seven）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速记水平：低分 vs 高分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低分速记（慢+乱）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高分速记（快+准）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写完整英文单词：increase, because, approximately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数字用英文：forty-seven, three hundred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没有符号系统，每次想现找缩写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边听边想答案，没有先记录再提取的意识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誊写时凭印象补全，不是从速记笔记中提取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用符号替代常用词：↑, b/c, ~, &amp;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数字全用阿拉伯数字：47, 300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符号体系已自动化，不需要临时思考用什么符号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先速记全部信息，听完后从笔记中提取答案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誊写时严格对照速记笔记，不靠记忆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真题前后对比：有无速记体系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无速记体系（6分水平）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有速记体系（7.5分水平）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听到"approximately 35%"→想着写three five percent，A还没写完已跑掉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听到"because of habitat destruction"→写because，destruction来不及写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誊写时想不起来听到了什么，靠感觉填空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一道填空跟丢后，后面2道也连带跑掉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听到"approximately 35%"→立刻写~35%（3个字符，0.5秒完成）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听到"because of habitat destruction"→b/c habitat destr.（5个字符）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誊写时从笔记提取：b/c habitat destr.→"habitat destruction"（补全即可）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一道填空跟丢后，从下一个锚点词重新定位，损失最多1道题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课堂练习：速记系统训练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Speed Writing Drills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练习1：符号替换（10组）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将以下英文短语改写为速记符号形式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① The population increased by approximately 15%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② The project failed because of insufficient funding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③ The new policy is different from the previous one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④ Both methods are effective, with and without supervision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⑤ Temperature decreased significantly, reaching about -5 degrees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练习2：数字听写（10个）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听写以下数字，用最快速度记录（格式正确即可）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① treble 4, 9, double 7  ② £1,249.99  ③ 0.375  ④ 3rd September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⑤ 98.6%  ⑥ 020-3948-7712  ⑦ 7:45am  ⑧ 2,750,000  ⑨ -12°C  ⑩ 4/5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练习3：S1信息表速记实战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听老师朗读S1对话，用速记符号+数字格式记录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场景：健身房会员注册；包含10个填空题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要求：使用至少5个速记符号；数字用阿拉伯数字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自评：速记完成率___% ; 符号使用___个 ; 誊写错误___个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对照标准答案：检查数字格式、拼写、大小写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练习4：占位技术练习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以下词汇模拟"听不清"情况，用占位符记录后还原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① /ˌsʌs.teɪ.nə.bɪl.ɪ.ti/ → sus___ility → sustainability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② /ɪ.kɒn.ə.mɪks/ → ec___omics → economics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③ /ˌfɒt.ə.ˈsɪn.θɪ.sɪs/ → photo___sis → photosynthesis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目标：首字母占位+音节估算 → 誊写时确认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练习5：速记→答案提取全流程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根据以下速记笔记，写出完整答案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速记：Lib: open 8am (was 9am) / close 10pm / fee ↑ £35→£42/mo w/ gym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Q1 What time does the library now open? →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Q2 How much is the monthly fee? →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Q3 What is now included in the membership? →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练习从速记中"提取"而不是靠记忆——这是誊写阶段的核心技能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速记误区与考场应对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Speed Writing Pitfalls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A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🎯 深圳学生高频痛点 · 速记的三大误区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2A2A"/>
                </a:solidFill>
                <a:latin typeface="Calibri"/>
              </a:rPr>
              <a:t>❌ 常见误区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02A2A"/>
                </a:solidFill>
              </a:rPr>
              <a:t>✗ 误区1：速记太详细——想记下每个词，结果跟不上录音节奏，丢失后面的答案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误区2：发明临时符号——考场中忽然想用一个从没练过的符号，誊写时不记得是什么意思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误区3：速记后不誊写检查——机考学生认为输入的就是最终答案，不做最后检查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97280"/>
            <a:ext cx="36576" cy="521208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7A3D"/>
                </a:solidFill>
                <a:latin typeface="Calibri"/>
              </a:rPr>
              <a:t>✅ 正确做法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✓ 速记原则：只记答案相关信息，不记所有听到的内容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符号系统提前固化：备考期间建立10个符号并坚持使用，不临时创造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机考也要检查：每组题答完后利用间隔时间检查已输入的答案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速记体系的建立计划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第一周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掌握10个基础符号，在日常英语练习中强制使用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第二周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加入数字速记规范，做真题时专项使用数字格式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第三周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加入占位技术，不再因为拼写不确定而空白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第四周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全流程整合：预读→听题→速记→誊写，全部用系统化方法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深圳学生注意：目标：4周后速记体系完全自动化，考场中不需要思考用什么符号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机考学生的特殊速记策略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草稿纸利用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机考提供草稿纸——用来做预读圈词和难词音译占位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输入速度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提前练好英文打字速度，目标≥40词/分钟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输入法切换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考前设置好输入法，避免中英切换浪费时间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答案检查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每组题输入后，利用间隔时间检查已输入的答案拼写和格式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数字输入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数字直接用数字键，不用英文单词输入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深圳学生注意：机考没有誊写时间，所以每道题的质量要更高，不能靠誊写阶段补救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即学即用：10大速记符号卡片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方向符号（5个）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→因此/导致  ↑增加  ↓减少  =等于/是  ≠不等于/不同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连接符号（5个）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&amp; 和  w/ 带有  w/o 不含  b/c 因为  ~ 大约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6512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6512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数字规范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金额：£/$/€贴紧数字（£24.50）；时间：冒号（9:30）；日期：1st May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86512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86512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占位技术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首字母+横线（m___）；完全没听清写问号（?）；音译（seec?）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9580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9580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5872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誊写优先级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99872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占位词补全→拼写检查→大小写→单复数→限词核查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双任务协调急救指南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写不完时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只写关键词+数字，省掉冠词介词连词——核心信息最重要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跟丢了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空下来继续往前，不停下来纠结——一道题最多损失1分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6512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6512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没听清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首字母+横线占位，誊写时靠上下文语义推断补全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86512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86512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时间不够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先记数字和专有名词，动词形容词用方向符号速记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95800"/>
            <a:ext cx="5486400" cy="14020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95800"/>
            <a:ext cx="109728" cy="140208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5872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机考打字慢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99872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先在草稿纸速记关键词，听完整段后集中输入答案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自检清单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L07课后自检清单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☐ 建立个人速记符号表（至少10个），打印出来贴在桌前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做2套真题听力，全程使用速记符号+数字格式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统计：速记使用率___% 、誊写补全成功率___% 、数字失分次数___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识别自己最薄弱的速记环节，下周专项训练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L07 课堂小结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A594"/>
                </a:solidFill>
                <a:latin typeface="Calibri"/>
              </a:rPr>
              <a:t>📌 本课核心要点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>
                <a:solidFill>
                  <a:srgbClr val="FFFFFF"/>
                </a:solidFill>
              </a:rPr>
              <a:t>✓  双任务协调的关键：符号化书写，让书写占用最少认知资源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10大速记符号：→↑↓=≠ &amp; w/ w/o b/c ~，覆盖80%场景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数字速记规范：阿拉伯数字+货币符号+正确格式，避免数字失分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占位技术：首字母+横线，誊写时从笔记中提取而不是凭记忆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誊写10分钟（纸笔）：优先补全占位词→检查拼写→查大小写→单复数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练习巩固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L07 课后作业  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⏱ 建议用时：约60分钟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1E293B"/>
                </a:solidFill>
              </a:rPr>
              <a:t>作业 1　建立个人速记符号表，打印贴桌前，本周日常练习中强制使用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2　做剑桥真题2套，全程速记，做完后统计速记符号使用次数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3　专项数字听写：每天5分钟，BBC新闻中的数字，听写练习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2A594"/>
                </a:solidFill>
                <a:latin typeface="Calibri"/>
              </a:rPr>
              <a:t>下节预告 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L08 · 六大陷阱类型全析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FDCF2"/>
                </a:solidFill>
              </a:rPr>
              <a:t>→ 更正型陷阱：录音先给错误信息，再更正——如何不被第一个答案骗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否定型陷阱：句中含not/never/don't，意思完全反转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条件型陷阱：if/unless/only if改变答案成立条件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