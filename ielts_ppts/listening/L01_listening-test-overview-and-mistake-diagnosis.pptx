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1463040"/>
            <a:ext cx="34134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0" b="1" i="0">
                <a:solidFill>
                  <a:srgbClr val="12A594"/>
                </a:solidFill>
                <a:latin typeface="Calibri"/>
              </a:rPr>
              <a:t>L01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3566160"/>
            <a:ext cx="34134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2A594"/>
                </a:solidFill>
                <a:latin typeface="Calibri"/>
              </a:rPr>
              <a:t>IELTS Listening 听力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7680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听力考试全貌
&amp; 失分诊断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FDCF2"/>
                </a:solidFill>
                <a:latin typeface="Calibri"/>
              </a:rPr>
              <a:t>Test Overview &amp; Failure Diagnosis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669280"/>
            <a:ext cx="3840480" cy="54864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424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第 1 节课 · 课时 90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本课流程  Lesson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课程总览与学习路线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67128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四个Section结构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08376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10大题型速览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9624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953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67911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分数换算与目标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25880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失分原因诊断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167128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例题体验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008376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课堂练习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849624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953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867911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小结作业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10节课学习路线图 Course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L01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考试全貌+失分诊断 → 建立正确认知与备考框架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L02-L05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Section 1-4 各个击破 → 掌握每类场景的解题策略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L06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预测技能+关键词定位 → 让听力变为"主动找"而非"被动听"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L07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笔记速记系统 → 双任务协调，实时记录不遗漏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L08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六大陷阱解析 → 听懂了也要避坑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L09-L10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口音适应+全真模考 → 查漏补缺，冲刺目标分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深圳学生注意：每节课配合剑桥真题10-19同步练习，建议每周完成1套完整模拟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学习目标  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A594"/>
                </a:solidFill>
                <a:latin typeface="Calibri"/>
              </a:rPr>
              <a:t>完成本课后，你将能够：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E293B"/>
                </a:solidFill>
              </a:rPr>
              <a:t>✦  掌握雅思听力四Section的结构、场景与难度梯度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了解10大题型的特点与分布规律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知晓6/7/8分的正确题数要求及分数换算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完成个人失分原因诊断，明确本课程提分重点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A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🎯 深圳学生高频痛点 · 深圳学生最普遍的三类失分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2A2A"/>
                </a:solidFill>
                <a:latin typeface="Calibri"/>
              </a:rPr>
              <a:t>❌ 常见误区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02A2A"/>
                </a:solidFill>
              </a:rPr>
              <a:t>✗ 听懂了却做错：关键词出现后立即写，忽略转折词(but/actually)之后的更正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拼写失分：necessary/accommodation/February写错，明明听对了却得0分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Section 3跟丢：多人对话说话人切换时张冠李戴，观点归属混乱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97280"/>
            <a:ext cx="36576" cy="521208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7A3D"/>
                </a:solidFill>
                <a:latin typeface="Calibri"/>
              </a:rPr>
              <a:t>✅ 正确做法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✓ 听到关键词≠答案到了，继续听完整句，转折词后才是真答案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建立100个高频拼写词表，每天5分钟听写训练，专项解决拼写失分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Section 3：用A/B/C标注说话人，分别追踪各自立场，不混淆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考试结构与Section梯度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Exam Structure &amp; Section Difficulty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四个Section：场景与难度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S1最简单，S4最难；依次递增，但可针对性提分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S1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日常对话，2人，预约/租房/旅游；语速最慢；必须满分10/10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S2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独白，1人，社区/设施/活动；地图和匹配题为主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S3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学术讨论，2-4人；多选题难；是深圳学生失分最多的Section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S4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学术讲座，1人；AWL词汇密集；是拉开7分和8分差距的关键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时长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30分钟录音；纸笔考+10分钟誊写；机考边听边输入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深圳学生注意：录音只播一次，不可倒带——实时答题是核心技能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分数换算表：你需要对多少题？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明确目标，量化差距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Band 9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39-40题（正确率≥97%）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Band 8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35-37题（正确率87-92%）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Band 7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30-31题（正确率75-77%）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Band 6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23-25题（正确率57-62%）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提分路径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6→7分：需额外做对约6-7题；主要来自S3陷阱题和S4填空题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核心认知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从6分到7分是"策略提升"；从7到8分才是"实力提升"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深圳学生注意：6分→7分的6题差距，完全可以靠策略而非大量刷词来弥补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纸笔考 vs 机考：关键差异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纸笔考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听力+阅读+写作；听力结束后额外10分钟誊写到答题卡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机考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无誊写时间，直接在屏幕输入；可修改已作答的答案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机考注意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提前练打字速度；切换中英文输入法；注意大小写键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时间建议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机考不用担心誊写出错，但要避免边听边看键盘导致分心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备考建议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报名前确认考试形式，针对性准备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雅思听力 vs 国内英语听力的差距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口音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国内教材多用美音；雅思主要是英式+澳式——口音不适应是大问题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语速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雅思语速比CET-4快15-20%，不允许暂停或倒带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词汇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S4包含大量AWL学术词汇；不认识≠听不出——音读出来要能辨认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陷阱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国内听力很少有更正/否定陷阱；雅思约30%题目含陷阱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应对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大量接触英式/澳式英语；做真题建立"雅思听力感"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体验题：S1信息表填空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Questions 1-3. Write NO MORE THAN TWO WORDS AND/OR A NUMBER.
CITY SPORTS CENTRE Membership
Name: __________ (Q1)
Type: __________ membership (Q2)
Start: 1st __________ (Q3)
Script: "My name's Chen Wei — C-H-E-N, W-E-I. I'd like a family membership.
And starting from the first of September, please."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Q1: Chen Wei（逐字母听写，first+last name都要写）
Q2: family（修饰membership的形容词）
Q3: September（月份，大写S）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Name题预判：有几个空格？空格前有Mr/Mrs提示？一般first name+last name各一格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体验题：S4笔记填空（学术词汇挑战）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Questions 31-32. Write NO MORE THAN TWO WORDS.
Urban Heat Island: Causes
• Main source: __________ from synthetic fabrics (Q31)
• Reduced __________ due to lack of greenery (Q32)
Script: "Research identifies microfibre shedding from synthetic textiles as the primary source.
Furthermore, reduced evapotranspiration due to declining urban greenery compounds the problem."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Q31: microfibre shedding（听不清先标首字母micro...，誊写时补全）
Q32: evapotranspiration（专业词，逐音节e-vapo-trans-pi-ra-tion，记首字母占位）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S4学术词：不认识没关系，按音节把听到的音写下来（音译占位），誊写时再核对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10大题型：特点与策略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10 Question Types: Features &amp; Strategies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填空类题型（约占60%）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填空是最高频的题型，拼写和限词是主要失分点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Form/Table Completion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日常信息（姓名/电话/价格）；答案通常是原词；限词严格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Note Completion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结构化笔记；S2/S4常见；注意词性（空格前后决定词性）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Summary Completion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摘要填空；注意同义替换；难度最高，需要理解上下文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Flow-chart Completion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按步骤顺序填写；被动语态常见；动词词根重要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句子完成 Sentence Completion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找能使句子语法成立的词；注意大小写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深圳学生注意：填空类答案几乎全是原词（原文中出现的词），不需要改写，拼写必须100%正确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选择与配对类题型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选择题需要识别干扰；配对题要提前读完所有选项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Single MCQ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A/B/C三选一；转折词(but/however)后面的内容才是答案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Multiple MCQ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Choose TWO from FIVE；每个选项单独判断，不靠感觉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Matching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将问题与A-H选项配对；通常选项数&gt;问题数，有多余选项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Map/Plan Labelling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地图题；方向词是核心；画箭头追踪路径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Short Answer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限词填写答案；通常是名词短语；不需要完整句子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题型时间分配与优先策略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第一原则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每道题最多1.5分钟；超时立即跳过，先做确定的题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简单先做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S1全部题+S2填空题：先做，拿稳基础分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难题标记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S3多选题+S4摘要填空：听时先记关键词，Section结束后利用空档补充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不留空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宁可猜一个，也不留空白——猜对有分，留空一定没分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誊写检查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纸笔考：先全部写完，最后3分钟统一检查拼写和限词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PRCA四步法：从被动听到主动找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P Pre-read 预读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利用说明时间预读题目，圈关键词，预判答案类型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R Respond 实时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边听边写，候选词先记旁边，确认后写正式格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C Check 即核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答完一题立即看下一题，不在已过的题上停留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A Amend 修正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誊写时逐题检查：拼写/大小写/限词/复数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核心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PRCA是习惯，不是步骤——考场中P和R几乎同时进行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例题：MCQ转折陷阱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Q21: Why did Tom change his research topic?
A. lack of relevant data  B. supervisor's suggestion  C. personal interest changed
Script: "I was going to focus on climate data — there's tons of material on that.
But my supervisor thought it was too broad, so I ended up looking at urban microclimate instead."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Answer: B — supervisor's suggestion
Analysis: 录音先提"climate data"(A的干扰)，再提"supervisor thought"(B=正确答案)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转折陷阱："was going to + BUT" — "was going to"之前的是假设，but之后才是真答案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例题：匹配题预读策略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Match each facility with the correct description (A-F).
A. recently renovated  B. only for members  C. closed on Mondays
D. booking required  E. free of charge  F. for over-18s only
Q11. Swimming pool → ?   Q12. Tennis courts → ?   Q13. Gym → ?
Script: "...the pool's been completely refurbished... tennis courts — you'll need to book in advance... the gym is restricted to adults, so over 18s only..."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Q11: A (recently renovated = refurbished)
Q12: D (booking required = book in advance)
Q13: F (for over-18s only = restricted to adults)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匹配题：提前读完A-F所有选项，标记关键词；录音中找同义替换词而非原词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失分原因深度诊断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Root Cause Analysis of Errors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失分类型一：拼写与书写错误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每年约15-20%的考生因拼写错误失去本可得到的分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最高频拼错词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necessary(1c2s) / accommodation(2c2m) / environment(no a)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字母混淆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m/n, u/v, e/a 在快速听写时混淆；13/30 重音位置不同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大小写错误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专有名词必须大写：Monday/London/Dr Smith；普通名词小写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复数遗漏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two _____(s)、several _____必须加s；a _____不加s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解决方案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100个高频拼写词每天5分钟听写；誊写逐字母检查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深圳学生注意：拼写是最可惜的失分：你听对了正确答案，却因写错字母得0分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失分类型二：陷阱识别不足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约30%的题目含陷阱，不识别陷阱7分是上限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更正陷阱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先说A再改成B；信号词：actually/sorry/I mean/wait → 写B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否定陷阱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"NOT available on Friday" → 考生听到Friday就写，忘了NOT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转折陷阱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"normal price £60, but members pay £45" → 题目若问会员价答45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顺序陷阱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答案不按题号顺序出现（尤其地图题）→ 要灵活跳着找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干扰词陷阱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录音提到了选项A的词，但整句意思否定了A → 不能选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失分类型三：时间管理失控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单题纠结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一道题超过1.5分钟，后面3题全部错过——不值得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预读不足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Section开始前没完成预读，被动听而非主动找答案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Section间隙浪费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S1→S2有20秒，必须用来预读S2前5题；很多人在发呆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誊写粗心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纸笔考最后10分钟抄错答案，把正确答案写成了错的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解决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建立"不纠结"原则：跟丢了立即放弃，找下一题锚点重定位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失分类型四：词汇与口音障碍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AWL词汇不熟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S4出现evapotranspiration/entrepreneurship等AWL词，一字不识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口音陌生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深圳学生习惯美音，遇到英式/澳式口音第一反应"这是英语吗？"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连读弱化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want to → wanna；going to → gonna；听到of/to/and弱化形式认不出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解决1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每天BBC/ABC 20分钟，主动接触英澳口音，靠量来适应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解决2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AWL核心300词背会：不要求写，要求听到音能反应出意思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诊断练习：找出失分类型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录音1："The event is on Thursday the 15th... actually no, it's the 16th, Friday."
考生写：Thursday → 失分
录音2："We're open Monday to Saturday, but NOT on Sundays."
考生写：Sunday → 失分
录音3："The fee is £80 per year — that's with the student discount, normally it's £120."
考生写：£120 → 失分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录音1：更正陷阱 → 答案是Friday/16th（后说的）
录音2：否定陷阱 → NOT Sunday=周日不开放，答案要看题目问什么
录音3：价格陷阱 → 若问学生价，答80；题目是关键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做题前先问：题目到底在问什么？——很多错误源于读题不仔细，听到了却答错了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诊断练习：限词违规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Instruction: Write NO MORE THAN TWO WORDS AND/OR A NUMBER
考生A答案："the swimming pool"（3 words）→ 0分
考生B答案："swimming pool"（2 words）→ 满分
考生C答案："£32.50"（1 number）→ 满分
考生D答案："every Tuesday afternoon"（3 words）→ 0分
考生E答案："Tuesday"（1 word）→ 满分（如果题目问day）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A：冠词"the"也算一个词，加上后超出限制
D："every"是多余的，"Tuesday afternoon"=2词才满足限制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限词检查口诀：写完答案先数词数 → 冠词算词数 → 数字算一格 → 超限必须缩短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目标设定与学习策略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Goal Setting &amp; Study Strategies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从现在到目标：差距量化分析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知道自己在哪里，才能规划去哪里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诊断方法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做1套剑桥真题，统计每个Section正确题数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6→7分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多做对约6题；重点：S3陷阱题(+2)、S4填空(+2)、S1/S2减失误(+2)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7→8分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多做对约5题；需要S1/S2接近满分+S3稳定7/10+S4稳定6/10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8→9分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几乎不能失误；口音/速度/词汇全面提升，不只是策略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现实建议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8周密集备考可从6分到7分；7分到8分通常需要3-6个月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深圳学生注意：目标分数决定学习侧重点——6→7靠策略，7→8靠实力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剑桥真题高效使用法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用对材料比练习量更重要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模拟模式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每套计时完成，不暂停，模拟真实考场压力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精析模式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每道错题听3-5遍，对照录音原文找失分原因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跟读模式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选1段精听材料，跟读模仿语调和语速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错题本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记录：题号/错误类型/正确答案/陷阱说明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推荐顺序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剑桥15-16（先适应），17-19（冲刺），10-14（备用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每周练习计划（以目标7分为例）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周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一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：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精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听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分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析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（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上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周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错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题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2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-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3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道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，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对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照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原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文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周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二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：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1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+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2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专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项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（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只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做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这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两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个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周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：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泛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听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放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松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（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B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B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6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-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u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2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0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分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钟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周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四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：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3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+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4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专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项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+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笔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记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练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习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周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五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：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完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整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模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拟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1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套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（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严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格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计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时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周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六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：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分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析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本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周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错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题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，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更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新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错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题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本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周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日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：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休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息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（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保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持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听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英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语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的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习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惯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即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可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，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不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刷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题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深圳学生注意：重点：模拟（周五）+ 精析（周一/周六）= 每周最重要的两件事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备考资源清单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必备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剑桥雅思真题10-19（至少备3本）；每本含4套完整模拟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口音练习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BBC 6-Minute English（英式）；Australia ABC Listen（澳式）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词汇资源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AWL Sublist 1-10（600词）；专注听力识别，不需要会写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App工具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雅思哥/小站雅思（移动练习）；Audacity（慢速回放精听）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错题资源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自建错题本最重要；比买任何参考书都更有针对性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诊断练习：识别你的弱点Section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请根据以下描述，判断该学生的主要失分在哪个Section：
学生A：S1正确9/10，S2正确7/10，S3正确4/10，S4正确5/10，总分25/40
学生B：S1正确8/10，S2正确6/10，S3正确7/10，S4正确3/10，总分24/40
学生C：S1正确6/10，S2正确5/10，S3正确6/10，S4正确5/10，总分22/40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学生A：Section 3是瓶颈（4/10），建议专攻S3多选题策略
学生B：Section 4是瓶颈（3/10），建议加强AWL词汇和笔记技能
学生C：各Section均偏低，预读技能和时间管理是根本问题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找到最弱的1个Section集中突破，比平均练习效率高得多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提分最快的3个策略（速效版）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以下3个策略是6分→7分最快的提分路径：
策略1：S1拿满分——语速最慢，预读完成后理应满分
策略2：消灭限词错误——每次做题后检查词数；一个月消灭所有限词失分
策略3：建立更正意识——练习识别actually/sorry/I mean，多拿2-3题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这3个策略合计可让你多拿3-5题；很多6分考生靠这3个策略直接跨到7分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这3个策略都是"策略性"提升，不需要词汇量或听力感知力同步提升就能实现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词汇与速记表达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Core Vocabulary &amp; Expressions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考场核心词汇：动词类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cancel / reschedule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取消 / 改期（S1预约场景最高频）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confirm /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确认（结束对话前常说"let me confirm..."）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apply / register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申请 / 注册（报名场景）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suggest / recommend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建议（S3观点讨论中区分谁在建议）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identify / highlight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识别/强调（S4讲座中表示研究发现）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evaluate / assess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评估（研究方法讨论常见词）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demonstrate / reveal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展示/揭示（结果描述常见动词）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Section 1高频名词表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appointment / slot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预约 / 时间段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deposit / fee / charge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押金 / 费用 / 收费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facilities / amenities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设施（注意复数！）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membership / subscription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会员资格 / 订阅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receipt / invoice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收据 / 发票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enquiry / query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询问（英式拼法）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vacancy / availability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空缺 / 空闲时间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Section 3/4学术词汇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hypothesis / 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假设 / 论点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methodology /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研究方法 / 方式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findings /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发现 / 结果（区分：发现=新知；结果=数据）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implication /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含义 / 影响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evaluation / critique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评价 / 批评（中性词，不一定是负面）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feasibility / viability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可行性（S3讨论是否可以实施时常见）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correlation / causation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相关性 / 因果关系（混淆是研究方法讨论重点）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同义替换速查：题目 vs 录音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题目关键词（你看到的）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• start → commence / begin / initiate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increase → rise / grow / surge / climb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problem → issue / challenge / difficulty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important → crucial / significant / vital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show → demonstrate / indicate / reveal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children → young people / minors / youth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use → utilise / employ / apply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188720"/>
            <a:ext cx="5486400" cy="4572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录音表达（你听到的）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• approximately → about / roughly / around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expensive → costly / pricey / not cheap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often → frequently / regularly / repeatedly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build → construct / develop / establish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location → venue / site / place / spot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suggest → recommend / propose / advise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because → due to / owing to / since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方法精讲与真题范例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Methods &amp; Authentic Examples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考场听力全流程：Section间做什么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13411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考前准备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426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确认耳机舒适；音量合适；翻开答题卡看Section 1题目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7264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2750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731007"/>
            <a:ext cx="45720" cy="13411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0726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S1说明播放时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438400"/>
            <a:ext cx="10058400" cy="426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利用这30秒预读Q1-10；圈出关键词；预判答案类型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65119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19983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3523487"/>
            <a:ext cx="45720" cy="13411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286511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S1→S2间隙(20s)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230879"/>
            <a:ext cx="10058400" cy="426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立即翻到S2；预读Q11-15（至少完成前3题的预读）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57599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12463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4315968"/>
            <a:ext cx="45720" cy="13411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365759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S2→S3间隙(20s)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023359"/>
            <a:ext cx="10058400" cy="426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预读S3所有题；重点：MCQ选项A-E提前读完并记关键词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45008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04943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5108447"/>
            <a:ext cx="45720" cy="13411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4450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S3→S4间隙(20s)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815840"/>
            <a:ext cx="10058400" cy="426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预读S4所有题；S4最难，预读最关键，不能浪费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242559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297423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24255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结束后(纸笔考)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608320"/>
            <a:ext cx="10058400" cy="426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立即开始誊写；按题号顺序；检查拼写/大小写/复数/限词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陷阱识别实战流程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Step 1 预读时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圈出题目中的否定词(NOT/EXCEPT)和限定词(ONLY/ALWAYS)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31135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5999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889503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231135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Step 2 听时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596895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听到but/however/actually/sorry → 立即提高警觉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82111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36975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3840479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182111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Step 3 更正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547871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听到"I mean/let me correct/wait, no" → 划掉之前候选词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33087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1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4791455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33087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Step 4 确认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498848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等说话人说完整句再写答案，不要听到关键词就停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84063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138927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084063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Step 5 检查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449823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每题写完回看：有没有违反题目中的限定条件？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S4笔记满分示范（笔记格式）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题目：Section 4 Lecture: Circular Economy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Topic: Circular Economy (CE) = ≠ linear (take-make-dispose)
Key principles:
1. Design for durability (not planned obsolescence)
2. Reuse → Repair → Recycle (hierarchy)
3. ↓ waste → ↑ resource efficiency
Example: Renault uses 80% recycled parts in factory
Result: saves €1B/yr
Challenge: consumer behaviour + initial investment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只记关键名词和数字，省略冠词动词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用=和≠表示定义和对比，节省大量书写时间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数字和例子优先记录（考题最爱考这里）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符号箭头→表示因果，↑↓表示增减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多选题：在选项旁边标注每个说话人的态度；等两人都表示同意才确认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S3多选题答题示范（同时追踪两人）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题目：Q23-24: Choose TWO features both students agree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笔记追踪格式：
         Amy    Tom
A research design  ✓      ?
B time management  ✓      ✓  ← 两人都同意
C interview skills  ✗      ✓
D library resources ?      ✓
E peer feedback     ✓      ✓  ← 两人都同意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n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w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r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: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 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B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 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n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d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 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
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N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o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t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: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 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只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有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m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y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同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意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；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C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只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有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T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o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m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同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意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；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D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不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确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定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，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但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B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和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已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经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确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答题策略：被动接收 vs 主动猎找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被动接收（6分以下）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主动猎找（7分+）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录音播放才开始看题目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不知道下一题要填什么类型的信息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听到感觉相关的词就立刻写下来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跟丢了就放弃，等Section结束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誊写时随便抄，不检查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说明播放时已完成题目预读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每题都知道"我要找什么类型的词"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候选词先记旁边，确认完整意思后写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跟丢了立即用题号找下一题锚点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誊写逐词检查拼写大小写限词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誊写习惯：粗心 vs 仔细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粗心誊写（失分）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仔细誊写（满分）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把正确答案抄错（7写成1，m写成n）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漏写复数（two book → books）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忘记大写（london → London）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超出限词（three words → 选两个）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誊写完没复核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按题号顺序誊写，一题一核对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有数量词的空格检查复数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专有名词/月份/星期检查大写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写完每题数词数确认限词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全部誊写完做最后整体复核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Classroom Practice Drills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练习1：答案类型预判（30秒）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看以下填空题，预判每空需要填入的信息类型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1. Club name: __________ United FC → 类型：?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2. Membership fee: £__________ per month → 类型：?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3. Start date: __________ (month only) → 类型：?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4. Contact: Dr __________ → 类型：?（注意Dr后面是名还是姓？）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5. Duration: __________ weeks → 类型：?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参考答案：1=专有名词 2=数字 3=月份 4=姓氏 5=数字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练习2：更正陷阱快速识别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每句话含一处更正，听/读后写出最终正确答案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"The meeting is on Wednesday the 9th... sorry, I mean Thursday the 10th."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"Call 0800 44... wait, let me check... it's 0800 55, 678."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"Wear smart casual — a jacket would be fine... actually, it's very informal."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"Contact Mr Wilson about bookings... Oh, his assistant Ms Chen handles that now."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"The price is £85 normally, but with your discount that's £62.50."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练习3：限词合规性检查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以下答案是否符合"NO MORE THAN TWO WORDS AND/OR A NUMBER"？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"the swimming pool" → 合规还是违规？为什么？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"swimming pool" → 合规还是违规？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"32.50" → 合规还是违规？（数字算几词？）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"every Tuesday afternoon" → 合规还是违规？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"Tuesday" → 合规还是违规？（如果题目只问day of week）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练习4：S3多人对话追踪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读以下对话片段，用表格追踪Amy和Tom的态度（✓✗?）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A: "I think the survey method was solid." → Amy attitude on Q1: 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T: "Really? I felt the sample size was too small for any valid conclusions." → Tom: 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A: "Fair point. Though the qualitative interviews did add depth." → Amy on Q2: 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T: "Agreed — those were the strongest part of the study." → Tom on Q2: 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请判断Q1（survey method）和Q2（qualitative interviews）各自两人的态度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练习5：速记符号实战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用符号记录以下信息（↑↓→∴∵≈cf.w/w/o缩写等）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"Pollution rises as population increases." → 速记：？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"The experiment failed because of equipment malfunction." → 速记：？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"Urban areas are approximately 2 degrees warmer than rural areas." → 速记：？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"Technology leads to job losses, but also creates new opportunities." → 速记：？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示范参考：Pollution↑∵pop↑ / experiment failed∵equip. malfunction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避坑指南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Common Pitfalls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A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🎯 深圳学生高频痛点 · 考场最常见的崩溃场景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2A2A"/>
                </a:solidFill>
                <a:latin typeface="Calibri"/>
              </a:rPr>
              <a:t>❌ 常见误区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02A2A"/>
                </a:solidFill>
              </a:rPr>
              <a:t>✗ Section 4第一句没听懂，后面9题全部放弃——自我放弃是最大失分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Section 1满分本来唾手可得，却因誊写时抄错丢了2题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多选题(Choose TWO)只选了一个，忘记必须选两个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Section 3听到选项A的词就选A，没等说完整句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97280"/>
            <a:ext cx="36576" cy="521208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7A3D"/>
                </a:solidFill>
                <a:latin typeface="Calibri"/>
              </a:rPr>
              <a:t>✅ 正确做法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✓ 跟丢了立即用题号找锚点，不要放弃；哪怕猜也要填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誊写速度放慢一倍：先写，再核，按顺序，不跳跃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多选题：做完后数一下，确认选了两个才算完成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选择题：听到关键词→继续听→特别注意but/however→等整句结束再选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拼写高频错误：深圳学生TOP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accommodation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双c双m：ac-com-mo-da-tion（记忆：ac + common + mo + dation）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necessary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一个c两个s：ne-ces-sa-ry（记忆：一件外套(c)两条裤子(ss)）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environment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无a：en-vi-ron-ment（environ是词根，不是environ-a-ment）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February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有r：Feb-ru-ary（中间有一个roo发音，不要漏）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independent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-ent结尾：in-de-pend-ent（不是independant）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深圳学生注意：这5个词在剑桥真题中反复出现，每个都是高频失分词，背会它们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机考备考注意事项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打字速度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目标：60字符/分钟；英文打字速度低会导致来不及输入答案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输入法切换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考前确保中文输入法已关闭或知道快捷键；避免输入中文字符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大小写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Caps Lock状态检查；专有名词需要手动大写第一个字母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删除修改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听到更正时：用Backspace删除，重新输入；不要犹豫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屏幕布局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题目和输入框同时在屏幕上；学会快速切换视线，不低头看键盘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听力学习四大速记卡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更正陷阱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听到actually/sorry/I mean/wait → 立即在草稿上划掉之前的答案，写新答案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预读黄金时间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说明时间+Section间隙=每套考试约90秒的预读时间，必须100%利用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跟丢重定位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跟丢了不要慌：数一下当前题号，在题目上找下一题的位置词，跳过去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92608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92608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限词铁律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写完答案立即数词数；冠词算词；超限必须缩短，宁缺词毋超限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分Section得分目标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Section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目标10/10（满分）；语速最慢，信息会重复，没有满分的理由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Section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目标8/10；地图题画箭头，匹配题选项提前读，不要在细节上卡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Section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目标6-7/10；多选题每项单独判断；追踪说话人防张冠李戴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92608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92608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Section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目标5-7/10；跟丢了继续向前，哪怕猜也要填完，不要放弃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自检清单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L01课后自检清单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☐ 我能说出S1-S4各Section的场景、难度和典型题型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我知道7分需要做对30题，8分需要35题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我完成了自我诊断，知道自己主要在哪类失分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我理解PRCA四步法并知道在考场中如何应用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我知道纸笔考和机考的关键差异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L01 课堂小结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A594"/>
                </a:solidFill>
                <a:latin typeface="Calibri"/>
              </a:rPr>
              <a:t>📌 本课核心要点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>
                <a:solidFill>
                  <a:srgbClr val="FFFFFF"/>
                </a:solidFill>
              </a:rPr>
              <a:t>✓  S1→S4难度递增：S3是深圳学生失分最多的，S4拉开7+差距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7分=30题正确；三类失分：拼写/陷阱/时间管理——各有针对性解法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PRCA四步法：预读→实时答→即时核→誊写检——是每次做题的固定流程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96128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2A594"/>
                </a:solidFill>
                <a:latin typeface="Calibri"/>
              </a:rPr>
              <a:t>💎 一句话记住：听懂了却做错=策略问题；S1不满分=预读没做好——这两件事优先解决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练习巩固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L01 课后作业  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⏱ 建议用时：约60分钟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1E293B"/>
                </a:solidFill>
              </a:rPr>
              <a:t>作业 1　下载剑桥真题任意一套，完成S1+S2（不计时，只练感觉和预读）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2　整理个人拼写错误词10个，每个写3遍，明天默写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3　搜索"BBC 6-Minute English"听1集，记录听到的3个关键信息词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2A594"/>
                </a:solidFill>
                <a:latin typeface="Calibri"/>
              </a:rPr>
              <a:t>下节预告 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L02 · Section 1 日常对话满分策略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FDCF2"/>
                </a:solidFill>
              </a:rPr>
              <a:t>→ 四大高频场景：预约/租房/旅游/社区服务词汇与套路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数字信息精准捕捉（电话/价格/时间/邮编）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Section 1零失分的完整预读模板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